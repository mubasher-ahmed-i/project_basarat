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1"/>
  </p:notesMasterIdLst>
  <p:sldIdLst>
    <p:sldId id="256" r:id="rId2"/>
    <p:sldId id="259" r:id="rId3"/>
    <p:sldId id="303" r:id="rId4"/>
    <p:sldId id="260" r:id="rId5"/>
    <p:sldId id="268" r:id="rId6"/>
    <p:sldId id="258" r:id="rId7"/>
    <p:sldId id="261" r:id="rId8"/>
    <p:sldId id="307" r:id="rId9"/>
    <p:sldId id="308" r:id="rId10"/>
  </p:sldIdLst>
  <p:sldSz cx="9144000" cy="5143500" type="screen16x9"/>
  <p:notesSz cx="6858000" cy="9144000"/>
  <p:embeddedFontLst>
    <p:embeddedFont>
      <p:font typeface="Abadi" panose="020B0604020104020204" pitchFamily="34" charset="0"/>
      <p:regular r:id="rId12"/>
    </p:embeddedFont>
    <p:embeddedFont>
      <p:font typeface="Bebas Neue" panose="020B0606020202050201" pitchFamily="34" charset="0"/>
      <p:regular r:id="rId13"/>
    </p:embeddedFont>
    <p:embeddedFont>
      <p:font typeface="Electrolize" panose="020B0604020202020204" charset="0"/>
      <p:regular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  <p:embeddedFont>
      <p:font typeface="Teko" panose="020B0604020202020204" charset="0"/>
      <p:regular r:id="rId19"/>
      <p:bold r:id="rId20"/>
    </p:embeddedFont>
    <p:embeddedFont>
      <p:font typeface="Teko Medium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E2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37D2CA-296C-42C6-A82B-EE6B1E2E994A}">
  <a:tblStyle styleId="{2D37D2CA-296C-42C6-A82B-EE6B1E2E99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67" y="11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14d6535e0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14d6535e0d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1">
          <a:extLst>
            <a:ext uri="{FF2B5EF4-FFF2-40B4-BE49-F238E27FC236}">
              <a16:creationId xmlns:a16="http://schemas.microsoft.com/office/drawing/2014/main" id="{203C7B29-C80F-5CE5-47CB-582731F9F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2" name="Google Shape;2572;g14d6535e0d4_0_79:notes">
            <a:extLst>
              <a:ext uri="{FF2B5EF4-FFF2-40B4-BE49-F238E27FC236}">
                <a16:creationId xmlns:a16="http://schemas.microsoft.com/office/drawing/2014/main" id="{9C8474EB-FE89-4A25-6952-6501B29413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3" name="Google Shape;2573;g14d6535e0d4_0_79:notes">
            <a:extLst>
              <a:ext uri="{FF2B5EF4-FFF2-40B4-BE49-F238E27FC236}">
                <a16:creationId xmlns:a16="http://schemas.microsoft.com/office/drawing/2014/main" id="{442C8028-56F6-472D-C2A1-6B0C997897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1538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1485a77ac1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1485a77ac1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g1485a77ac1f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3" name="Google Shape;1753;g1485a77ac1f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1485a77ac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1485a77ac1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14d6535e0d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6" name="Google Shape;1376;g14d6535e0d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8">
          <a:extLst>
            <a:ext uri="{FF2B5EF4-FFF2-40B4-BE49-F238E27FC236}">
              <a16:creationId xmlns:a16="http://schemas.microsoft.com/office/drawing/2014/main" id="{3D75B9FF-1E19-B0A5-FF70-E3B2EC26E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g14d6535e0d4_0_47:notes">
            <a:extLst>
              <a:ext uri="{FF2B5EF4-FFF2-40B4-BE49-F238E27FC236}">
                <a16:creationId xmlns:a16="http://schemas.microsoft.com/office/drawing/2014/main" id="{4EBB351B-E74B-C883-B488-316538EDC9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0" name="Google Shape;1800;g14d6535e0d4_0_47:notes">
            <a:extLst>
              <a:ext uri="{FF2B5EF4-FFF2-40B4-BE49-F238E27FC236}">
                <a16:creationId xmlns:a16="http://schemas.microsoft.com/office/drawing/2014/main" id="{4D6C8A1D-E4DE-8492-18FE-3A6513A03B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7433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857750" y="1640100"/>
            <a:ext cx="3570900" cy="16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5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857750" y="3246825"/>
            <a:ext cx="3570900" cy="409500"/>
          </a:xfrm>
          <a:prstGeom prst="rect">
            <a:avLst/>
          </a:prstGeom>
          <a:solidFill>
            <a:srgbClr val="138808">
              <a:alpha val="244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5046625" y="2111200"/>
            <a:ext cx="3382200" cy="1284000"/>
          </a:xfrm>
          <a:prstGeom prst="rect">
            <a:avLst/>
          </a:prstGeom>
          <a:solidFill>
            <a:srgbClr val="FF9933">
              <a:alpha val="3848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6272275" y="1152475"/>
            <a:ext cx="93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5046625" y="3512125"/>
            <a:ext cx="33822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" name="Google Shape;15;p3"/>
          <p:cNvGrpSpPr/>
          <p:nvPr/>
        </p:nvGrpSpPr>
        <p:grpSpPr>
          <a:xfrm>
            <a:off x="6365129" y="4154157"/>
            <a:ext cx="5053091" cy="435777"/>
            <a:chOff x="5896679" y="4472082"/>
            <a:chExt cx="5053091" cy="435777"/>
          </a:xfrm>
        </p:grpSpPr>
        <p:grpSp>
          <p:nvGrpSpPr>
            <p:cNvPr id="16" name="Google Shape;16;p3"/>
            <p:cNvGrpSpPr/>
            <p:nvPr/>
          </p:nvGrpSpPr>
          <p:grpSpPr>
            <a:xfrm rot="-5400000" flipH="1">
              <a:off x="7373411" y="2995351"/>
              <a:ext cx="435777" cy="3389240"/>
              <a:chOff x="4566275" y="2563884"/>
              <a:chExt cx="61675" cy="479675"/>
            </a:xfrm>
          </p:grpSpPr>
          <p:sp>
            <p:nvSpPr>
              <p:cNvPr id="17" name="Google Shape;17;p3"/>
              <p:cNvSpPr/>
              <p:nvPr/>
            </p:nvSpPr>
            <p:spPr>
              <a:xfrm>
                <a:off x="4566275" y="2578634"/>
                <a:ext cx="55075" cy="464925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8597" extrusionOk="0">
                    <a:moveTo>
                      <a:pt x="2094" y="0"/>
                    </a:moveTo>
                    <a:lnTo>
                      <a:pt x="2094" y="8096"/>
                    </a:lnTo>
                    <a:lnTo>
                      <a:pt x="0" y="12005"/>
                    </a:lnTo>
                    <a:lnTo>
                      <a:pt x="0" y="18596"/>
                    </a:lnTo>
                    <a:lnTo>
                      <a:pt x="109" y="18596"/>
                    </a:lnTo>
                    <a:lnTo>
                      <a:pt x="109" y="12051"/>
                    </a:lnTo>
                    <a:lnTo>
                      <a:pt x="2203" y="8112"/>
                    </a:lnTo>
                    <a:lnTo>
                      <a:pt x="22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3"/>
              <p:cNvSpPr/>
              <p:nvPr/>
            </p:nvSpPr>
            <p:spPr>
              <a:xfrm>
                <a:off x="4611650" y="2563884"/>
                <a:ext cx="16300" cy="16325"/>
              </a:xfrm>
              <a:custGeom>
                <a:avLst/>
                <a:gdLst/>
                <a:ahLst/>
                <a:cxnLst/>
                <a:rect l="l" t="t" r="r" b="b"/>
                <a:pathLst>
                  <a:path w="652" h="653" extrusionOk="0">
                    <a:moveTo>
                      <a:pt x="326" y="109"/>
                    </a:moveTo>
                    <a:cubicBezTo>
                      <a:pt x="465" y="109"/>
                      <a:pt x="558" y="202"/>
                      <a:pt x="558" y="342"/>
                    </a:cubicBezTo>
                    <a:cubicBezTo>
                      <a:pt x="558" y="482"/>
                      <a:pt x="465" y="575"/>
                      <a:pt x="326" y="575"/>
                    </a:cubicBezTo>
                    <a:cubicBezTo>
                      <a:pt x="186" y="575"/>
                      <a:pt x="93" y="466"/>
                      <a:pt x="93" y="342"/>
                    </a:cubicBezTo>
                    <a:cubicBezTo>
                      <a:pt x="93" y="202"/>
                      <a:pt x="202" y="109"/>
                      <a:pt x="326" y="109"/>
                    </a:cubicBezTo>
                    <a:close/>
                    <a:moveTo>
                      <a:pt x="326" y="1"/>
                    </a:moveTo>
                    <a:cubicBezTo>
                      <a:pt x="124" y="1"/>
                      <a:pt x="0" y="156"/>
                      <a:pt x="0" y="327"/>
                    </a:cubicBezTo>
                    <a:cubicBezTo>
                      <a:pt x="0" y="513"/>
                      <a:pt x="155" y="652"/>
                      <a:pt x="326" y="652"/>
                    </a:cubicBezTo>
                    <a:cubicBezTo>
                      <a:pt x="496" y="652"/>
                      <a:pt x="651" y="513"/>
                      <a:pt x="651" y="327"/>
                    </a:cubicBezTo>
                    <a:cubicBezTo>
                      <a:pt x="651" y="125"/>
                      <a:pt x="496" y="1"/>
                      <a:pt x="3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" name="Google Shape;19;p3"/>
            <p:cNvGrpSpPr/>
            <p:nvPr/>
          </p:nvGrpSpPr>
          <p:grpSpPr>
            <a:xfrm rot="-5400000">
              <a:off x="8886321" y="3688564"/>
              <a:ext cx="109695" cy="2328855"/>
              <a:chOff x="4541850" y="2791375"/>
              <a:chExt cx="15525" cy="329600"/>
            </a:xfrm>
          </p:grpSpPr>
          <p:sp>
            <p:nvSpPr>
              <p:cNvPr id="20" name="Google Shape;20;p3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610" extrusionOk="0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3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1" extrusionOk="0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" name="Google Shape;22;p3"/>
            <p:cNvGrpSpPr/>
            <p:nvPr/>
          </p:nvGrpSpPr>
          <p:grpSpPr>
            <a:xfrm rot="-5400000">
              <a:off x="9730496" y="3525526"/>
              <a:ext cx="109695" cy="2328855"/>
              <a:chOff x="4541850" y="2791375"/>
              <a:chExt cx="15525" cy="329600"/>
            </a:xfrm>
          </p:grpSpPr>
          <p:sp>
            <p:nvSpPr>
              <p:cNvPr id="23" name="Google Shape;23;p3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610" extrusionOk="0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1" extrusionOk="0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715100" y="2349499"/>
            <a:ext cx="3720900" cy="65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hlink"/>
                </a:solidFill>
                <a:latin typeface="Teko Medium"/>
                <a:ea typeface="Teko Medium"/>
                <a:cs typeface="Teko Medium"/>
                <a:sym typeface="Teko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ubTitle" idx="1"/>
          </p:nvPr>
        </p:nvSpPr>
        <p:spPr>
          <a:xfrm>
            <a:off x="715100" y="2905000"/>
            <a:ext cx="37209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5" name="Google Shape;65;p9"/>
          <p:cNvGrpSpPr/>
          <p:nvPr/>
        </p:nvGrpSpPr>
        <p:grpSpPr>
          <a:xfrm flipH="1">
            <a:off x="-2000921" y="4535157"/>
            <a:ext cx="5053091" cy="435777"/>
            <a:chOff x="5896679" y="4472082"/>
            <a:chExt cx="5053091" cy="435777"/>
          </a:xfrm>
        </p:grpSpPr>
        <p:grpSp>
          <p:nvGrpSpPr>
            <p:cNvPr id="66" name="Google Shape;66;p9"/>
            <p:cNvGrpSpPr/>
            <p:nvPr/>
          </p:nvGrpSpPr>
          <p:grpSpPr>
            <a:xfrm rot="-5400000">
              <a:off x="8886321" y="3688564"/>
              <a:ext cx="109695" cy="2328855"/>
              <a:chOff x="4541850" y="2791375"/>
              <a:chExt cx="15525" cy="329600"/>
            </a:xfrm>
          </p:grpSpPr>
          <p:sp>
            <p:nvSpPr>
              <p:cNvPr id="67" name="Google Shape;67;p9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610" extrusionOk="0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9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1" extrusionOk="0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9"/>
            <p:cNvGrpSpPr/>
            <p:nvPr/>
          </p:nvGrpSpPr>
          <p:grpSpPr>
            <a:xfrm rot="-5400000">
              <a:off x="9730496" y="3525526"/>
              <a:ext cx="109695" cy="2328855"/>
              <a:chOff x="4541850" y="2791375"/>
              <a:chExt cx="15525" cy="329600"/>
            </a:xfrm>
          </p:grpSpPr>
          <p:sp>
            <p:nvSpPr>
              <p:cNvPr id="70" name="Google Shape;70;p9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610" extrusionOk="0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9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1" extrusionOk="0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" name="Google Shape;72;p9"/>
            <p:cNvGrpSpPr/>
            <p:nvPr/>
          </p:nvGrpSpPr>
          <p:grpSpPr>
            <a:xfrm rot="-5400000" flipH="1">
              <a:off x="7373411" y="2995351"/>
              <a:ext cx="435777" cy="3389240"/>
              <a:chOff x="4566275" y="2563884"/>
              <a:chExt cx="61675" cy="479675"/>
            </a:xfrm>
          </p:grpSpPr>
          <p:sp>
            <p:nvSpPr>
              <p:cNvPr id="73" name="Google Shape;73;p9"/>
              <p:cNvSpPr/>
              <p:nvPr/>
            </p:nvSpPr>
            <p:spPr>
              <a:xfrm>
                <a:off x="4611650" y="2563884"/>
                <a:ext cx="16300" cy="16325"/>
              </a:xfrm>
              <a:custGeom>
                <a:avLst/>
                <a:gdLst/>
                <a:ahLst/>
                <a:cxnLst/>
                <a:rect l="l" t="t" r="r" b="b"/>
                <a:pathLst>
                  <a:path w="652" h="653" extrusionOk="0">
                    <a:moveTo>
                      <a:pt x="326" y="109"/>
                    </a:moveTo>
                    <a:cubicBezTo>
                      <a:pt x="465" y="109"/>
                      <a:pt x="558" y="202"/>
                      <a:pt x="558" y="342"/>
                    </a:cubicBezTo>
                    <a:cubicBezTo>
                      <a:pt x="558" y="482"/>
                      <a:pt x="465" y="575"/>
                      <a:pt x="326" y="575"/>
                    </a:cubicBezTo>
                    <a:cubicBezTo>
                      <a:pt x="186" y="575"/>
                      <a:pt x="93" y="466"/>
                      <a:pt x="93" y="342"/>
                    </a:cubicBezTo>
                    <a:cubicBezTo>
                      <a:pt x="93" y="202"/>
                      <a:pt x="202" y="109"/>
                      <a:pt x="326" y="109"/>
                    </a:cubicBezTo>
                    <a:close/>
                    <a:moveTo>
                      <a:pt x="326" y="1"/>
                    </a:moveTo>
                    <a:cubicBezTo>
                      <a:pt x="124" y="1"/>
                      <a:pt x="0" y="156"/>
                      <a:pt x="0" y="327"/>
                    </a:cubicBezTo>
                    <a:cubicBezTo>
                      <a:pt x="0" y="513"/>
                      <a:pt x="155" y="652"/>
                      <a:pt x="326" y="652"/>
                    </a:cubicBezTo>
                    <a:cubicBezTo>
                      <a:pt x="496" y="652"/>
                      <a:pt x="651" y="513"/>
                      <a:pt x="651" y="327"/>
                    </a:cubicBezTo>
                    <a:cubicBezTo>
                      <a:pt x="651" y="125"/>
                      <a:pt x="496" y="1"/>
                      <a:pt x="3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9"/>
              <p:cNvSpPr/>
              <p:nvPr/>
            </p:nvSpPr>
            <p:spPr>
              <a:xfrm>
                <a:off x="4566275" y="2578634"/>
                <a:ext cx="55075" cy="464925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8597" extrusionOk="0">
                    <a:moveTo>
                      <a:pt x="2094" y="0"/>
                    </a:moveTo>
                    <a:lnTo>
                      <a:pt x="2094" y="8096"/>
                    </a:lnTo>
                    <a:lnTo>
                      <a:pt x="0" y="12005"/>
                    </a:lnTo>
                    <a:lnTo>
                      <a:pt x="0" y="18596"/>
                    </a:lnTo>
                    <a:lnTo>
                      <a:pt x="109" y="18596"/>
                    </a:lnTo>
                    <a:lnTo>
                      <a:pt x="109" y="12051"/>
                    </a:lnTo>
                    <a:lnTo>
                      <a:pt x="2203" y="8112"/>
                    </a:lnTo>
                    <a:lnTo>
                      <a:pt x="22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 txBox="1">
            <a:spLocks noGrp="1"/>
          </p:cNvSpPr>
          <p:nvPr>
            <p:ph type="title" hasCustomPrompt="1"/>
          </p:nvPr>
        </p:nvSpPr>
        <p:spPr>
          <a:xfrm>
            <a:off x="5450450" y="1558475"/>
            <a:ext cx="2978400" cy="15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1" name="Google Shape;101;p11"/>
          <p:cNvSpPr txBox="1">
            <a:spLocks noGrp="1"/>
          </p:cNvSpPr>
          <p:nvPr>
            <p:ph type="subTitle" idx="1"/>
          </p:nvPr>
        </p:nvSpPr>
        <p:spPr>
          <a:xfrm>
            <a:off x="5450493" y="3069625"/>
            <a:ext cx="2978400" cy="764100"/>
          </a:xfrm>
          <a:prstGeom prst="rect">
            <a:avLst/>
          </a:prstGeom>
          <a:solidFill>
            <a:srgbClr val="138808">
              <a:alpha val="244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02" name="Google Shape;102;p11"/>
          <p:cNvGrpSpPr/>
          <p:nvPr/>
        </p:nvGrpSpPr>
        <p:grpSpPr>
          <a:xfrm>
            <a:off x="5044704" y="4608502"/>
            <a:ext cx="5253816" cy="1622108"/>
            <a:chOff x="5092229" y="-180802"/>
            <a:chExt cx="5253816" cy="1622108"/>
          </a:xfrm>
        </p:grpSpPr>
        <p:sp>
          <p:nvSpPr>
            <p:cNvPr id="103" name="Google Shape;103;p11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1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1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1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1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avLst/>
              <a:gdLst/>
              <a:ahLst/>
              <a:cxnLst/>
              <a:rect l="l" t="t" r="r" b="b"/>
              <a:pathLst>
                <a:path w="2203" h="18597" extrusionOk="0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avLst/>
              <a:gdLst/>
              <a:ahLst/>
              <a:cxnLst/>
              <a:rect l="l" t="t" r="r" b="b"/>
              <a:pathLst>
                <a:path w="652" h="653" extrusionOk="0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avLst/>
              <a:gdLst/>
              <a:ahLst/>
              <a:cxnLst/>
              <a:rect l="l" t="t" r="r" b="b"/>
              <a:pathLst>
                <a:path w="2545" h="15154" extrusionOk="0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avLst/>
              <a:gdLst/>
              <a:ahLst/>
              <a:cxnLst/>
              <a:rect l="l" t="t" r="r" b="b"/>
              <a:pathLst>
                <a:path w="622" h="621" extrusionOk="0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" name="Google Shape;113;p11"/>
          <p:cNvGrpSpPr/>
          <p:nvPr/>
        </p:nvGrpSpPr>
        <p:grpSpPr>
          <a:xfrm>
            <a:off x="5044704" y="-1046873"/>
            <a:ext cx="5253816" cy="1622108"/>
            <a:chOff x="5092229" y="-180802"/>
            <a:chExt cx="5253816" cy="1622108"/>
          </a:xfrm>
        </p:grpSpPr>
        <p:sp>
          <p:nvSpPr>
            <p:cNvPr id="114" name="Google Shape;114;p11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avLst/>
              <a:gdLst/>
              <a:ahLst/>
              <a:cxnLst/>
              <a:rect l="l" t="t" r="r" b="b"/>
              <a:pathLst>
                <a:path w="2203" h="18597" extrusionOk="0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avLst/>
              <a:gdLst/>
              <a:ahLst/>
              <a:cxnLst/>
              <a:rect l="l" t="t" r="r" b="b"/>
              <a:pathLst>
                <a:path w="652" h="653" extrusionOk="0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avLst/>
              <a:gdLst/>
              <a:ahLst/>
              <a:cxnLst/>
              <a:rect l="l" t="t" r="r" b="b"/>
              <a:pathLst>
                <a:path w="2545" h="15154" extrusionOk="0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avLst/>
              <a:gdLst/>
              <a:ahLst/>
              <a:cxnLst/>
              <a:rect l="l" t="t" r="r" b="b"/>
              <a:pathLst>
                <a:path w="622" h="621" extrusionOk="0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>
            <a:spLocks noGrp="1"/>
          </p:cNvSpPr>
          <p:nvPr>
            <p:ph type="title" hasCustomPrompt="1"/>
          </p:nvPr>
        </p:nvSpPr>
        <p:spPr>
          <a:xfrm>
            <a:off x="709929" y="1643396"/>
            <a:ext cx="594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subTitle" idx="1"/>
          </p:nvPr>
        </p:nvSpPr>
        <p:spPr>
          <a:xfrm>
            <a:off x="1304529" y="2134391"/>
            <a:ext cx="2715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2" hasCustomPrompt="1"/>
          </p:nvPr>
        </p:nvSpPr>
        <p:spPr>
          <a:xfrm>
            <a:off x="4571440" y="1640946"/>
            <a:ext cx="594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3"/>
          </p:nvPr>
        </p:nvSpPr>
        <p:spPr>
          <a:xfrm>
            <a:off x="5166040" y="2134391"/>
            <a:ext cx="2715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title" idx="4" hasCustomPrompt="1"/>
          </p:nvPr>
        </p:nvSpPr>
        <p:spPr>
          <a:xfrm>
            <a:off x="709929" y="3056321"/>
            <a:ext cx="594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31" name="Google Shape;131;p13"/>
          <p:cNvSpPr txBox="1">
            <a:spLocks noGrp="1"/>
          </p:cNvSpPr>
          <p:nvPr>
            <p:ph type="subTitle" idx="5"/>
          </p:nvPr>
        </p:nvSpPr>
        <p:spPr>
          <a:xfrm>
            <a:off x="1304529" y="3543232"/>
            <a:ext cx="2715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title" idx="6" hasCustomPrompt="1"/>
          </p:nvPr>
        </p:nvSpPr>
        <p:spPr>
          <a:xfrm>
            <a:off x="4571440" y="3056321"/>
            <a:ext cx="594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33" name="Google Shape;133;p13"/>
          <p:cNvSpPr txBox="1">
            <a:spLocks noGrp="1"/>
          </p:cNvSpPr>
          <p:nvPr>
            <p:ph type="subTitle" idx="7"/>
          </p:nvPr>
        </p:nvSpPr>
        <p:spPr>
          <a:xfrm>
            <a:off x="5166040" y="3543221"/>
            <a:ext cx="2715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title" idx="8"/>
          </p:nvPr>
        </p:nvSpPr>
        <p:spPr>
          <a:xfrm>
            <a:off x="720000" y="53499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9"/>
          </p:nvPr>
        </p:nvSpPr>
        <p:spPr>
          <a:xfrm>
            <a:off x="1304529" y="1643396"/>
            <a:ext cx="2715000" cy="484800"/>
          </a:xfrm>
          <a:prstGeom prst="rect">
            <a:avLst/>
          </a:prstGeom>
          <a:solidFill>
            <a:srgbClr val="FF9933">
              <a:alpha val="384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6" name="Google Shape;136;p13"/>
          <p:cNvSpPr txBox="1">
            <a:spLocks noGrp="1"/>
          </p:cNvSpPr>
          <p:nvPr>
            <p:ph type="subTitle" idx="13"/>
          </p:nvPr>
        </p:nvSpPr>
        <p:spPr>
          <a:xfrm>
            <a:off x="5166040" y="1643392"/>
            <a:ext cx="2715000" cy="484800"/>
          </a:xfrm>
          <a:prstGeom prst="rect">
            <a:avLst/>
          </a:prstGeom>
          <a:solidFill>
            <a:srgbClr val="FF9933">
              <a:alpha val="384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subTitle" idx="14"/>
          </p:nvPr>
        </p:nvSpPr>
        <p:spPr>
          <a:xfrm>
            <a:off x="1304529" y="3056331"/>
            <a:ext cx="2715000" cy="484800"/>
          </a:xfrm>
          <a:prstGeom prst="rect">
            <a:avLst/>
          </a:prstGeom>
          <a:solidFill>
            <a:srgbClr val="138808">
              <a:alpha val="24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subTitle" idx="15"/>
          </p:nvPr>
        </p:nvSpPr>
        <p:spPr>
          <a:xfrm>
            <a:off x="5166040" y="3056321"/>
            <a:ext cx="2715000" cy="484800"/>
          </a:xfrm>
          <a:prstGeom prst="rect">
            <a:avLst/>
          </a:prstGeom>
          <a:solidFill>
            <a:srgbClr val="138808">
              <a:alpha val="24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39" name="Google Shape;139;p13"/>
          <p:cNvGrpSpPr/>
          <p:nvPr/>
        </p:nvGrpSpPr>
        <p:grpSpPr>
          <a:xfrm rot="10800000">
            <a:off x="-1701321" y="4553905"/>
            <a:ext cx="5053091" cy="435777"/>
            <a:chOff x="5896679" y="4472082"/>
            <a:chExt cx="5053091" cy="435777"/>
          </a:xfrm>
        </p:grpSpPr>
        <p:grpSp>
          <p:nvGrpSpPr>
            <p:cNvPr id="140" name="Google Shape;140;p13"/>
            <p:cNvGrpSpPr/>
            <p:nvPr/>
          </p:nvGrpSpPr>
          <p:grpSpPr>
            <a:xfrm rot="-5400000" flipH="1">
              <a:off x="7373411" y="2995351"/>
              <a:ext cx="435777" cy="3389240"/>
              <a:chOff x="4566275" y="2563884"/>
              <a:chExt cx="61675" cy="479675"/>
            </a:xfrm>
          </p:grpSpPr>
          <p:sp>
            <p:nvSpPr>
              <p:cNvPr id="141" name="Google Shape;141;p13"/>
              <p:cNvSpPr/>
              <p:nvPr/>
            </p:nvSpPr>
            <p:spPr>
              <a:xfrm>
                <a:off x="4566275" y="2578634"/>
                <a:ext cx="55075" cy="464925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8597" extrusionOk="0">
                    <a:moveTo>
                      <a:pt x="2094" y="0"/>
                    </a:moveTo>
                    <a:lnTo>
                      <a:pt x="2094" y="8096"/>
                    </a:lnTo>
                    <a:lnTo>
                      <a:pt x="0" y="12005"/>
                    </a:lnTo>
                    <a:lnTo>
                      <a:pt x="0" y="18596"/>
                    </a:lnTo>
                    <a:lnTo>
                      <a:pt x="109" y="18596"/>
                    </a:lnTo>
                    <a:lnTo>
                      <a:pt x="109" y="12051"/>
                    </a:lnTo>
                    <a:lnTo>
                      <a:pt x="2203" y="8112"/>
                    </a:lnTo>
                    <a:lnTo>
                      <a:pt x="22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13"/>
              <p:cNvSpPr/>
              <p:nvPr/>
            </p:nvSpPr>
            <p:spPr>
              <a:xfrm>
                <a:off x="4611650" y="2563884"/>
                <a:ext cx="16300" cy="16325"/>
              </a:xfrm>
              <a:custGeom>
                <a:avLst/>
                <a:gdLst/>
                <a:ahLst/>
                <a:cxnLst/>
                <a:rect l="l" t="t" r="r" b="b"/>
                <a:pathLst>
                  <a:path w="652" h="653" extrusionOk="0">
                    <a:moveTo>
                      <a:pt x="326" y="109"/>
                    </a:moveTo>
                    <a:cubicBezTo>
                      <a:pt x="465" y="109"/>
                      <a:pt x="558" y="202"/>
                      <a:pt x="558" y="342"/>
                    </a:cubicBezTo>
                    <a:cubicBezTo>
                      <a:pt x="558" y="482"/>
                      <a:pt x="465" y="575"/>
                      <a:pt x="326" y="575"/>
                    </a:cubicBezTo>
                    <a:cubicBezTo>
                      <a:pt x="186" y="575"/>
                      <a:pt x="93" y="466"/>
                      <a:pt x="93" y="342"/>
                    </a:cubicBezTo>
                    <a:cubicBezTo>
                      <a:pt x="93" y="202"/>
                      <a:pt x="202" y="109"/>
                      <a:pt x="326" y="109"/>
                    </a:cubicBezTo>
                    <a:close/>
                    <a:moveTo>
                      <a:pt x="326" y="1"/>
                    </a:moveTo>
                    <a:cubicBezTo>
                      <a:pt x="124" y="1"/>
                      <a:pt x="0" y="156"/>
                      <a:pt x="0" y="327"/>
                    </a:cubicBezTo>
                    <a:cubicBezTo>
                      <a:pt x="0" y="513"/>
                      <a:pt x="155" y="652"/>
                      <a:pt x="326" y="652"/>
                    </a:cubicBezTo>
                    <a:cubicBezTo>
                      <a:pt x="496" y="652"/>
                      <a:pt x="651" y="513"/>
                      <a:pt x="651" y="327"/>
                    </a:cubicBezTo>
                    <a:cubicBezTo>
                      <a:pt x="651" y="125"/>
                      <a:pt x="496" y="1"/>
                      <a:pt x="3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" name="Google Shape;143;p13"/>
            <p:cNvGrpSpPr/>
            <p:nvPr/>
          </p:nvGrpSpPr>
          <p:grpSpPr>
            <a:xfrm rot="-5400000">
              <a:off x="8886321" y="3688564"/>
              <a:ext cx="109695" cy="2328855"/>
              <a:chOff x="4541850" y="2791375"/>
              <a:chExt cx="15525" cy="329600"/>
            </a:xfrm>
          </p:grpSpPr>
          <p:sp>
            <p:nvSpPr>
              <p:cNvPr id="144" name="Google Shape;144;p13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610" extrusionOk="0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3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1" extrusionOk="0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" name="Google Shape;146;p13"/>
            <p:cNvGrpSpPr/>
            <p:nvPr/>
          </p:nvGrpSpPr>
          <p:grpSpPr>
            <a:xfrm rot="-5400000">
              <a:off x="9730496" y="3525526"/>
              <a:ext cx="109695" cy="2328855"/>
              <a:chOff x="4541850" y="2791375"/>
              <a:chExt cx="15525" cy="329600"/>
            </a:xfrm>
          </p:grpSpPr>
          <p:sp>
            <p:nvSpPr>
              <p:cNvPr id="147" name="Google Shape;147;p13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610" extrusionOk="0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13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1" extrusionOk="0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9" name="Google Shape;149;p13"/>
          <p:cNvGrpSpPr/>
          <p:nvPr/>
        </p:nvGrpSpPr>
        <p:grpSpPr>
          <a:xfrm>
            <a:off x="4421623" y="4581142"/>
            <a:ext cx="300770" cy="54726"/>
            <a:chOff x="4770650" y="685575"/>
            <a:chExt cx="158250" cy="28800"/>
          </a:xfrm>
        </p:grpSpPr>
        <p:sp>
          <p:nvSpPr>
            <p:cNvPr id="150" name="Google Shape;150;p13"/>
            <p:cNvSpPr/>
            <p:nvPr/>
          </p:nvSpPr>
          <p:spPr>
            <a:xfrm>
              <a:off x="477065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4835375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490010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_1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20"/>
          <p:cNvSpPr txBox="1">
            <a:spLocks noGrp="1"/>
          </p:cNvSpPr>
          <p:nvPr>
            <p:ph type="subTitle" idx="1"/>
          </p:nvPr>
        </p:nvSpPr>
        <p:spPr>
          <a:xfrm>
            <a:off x="1563624" y="2139696"/>
            <a:ext cx="21489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0"/>
          <p:cNvSpPr txBox="1">
            <a:spLocks noGrp="1"/>
          </p:cNvSpPr>
          <p:nvPr>
            <p:ph type="subTitle" idx="2"/>
          </p:nvPr>
        </p:nvSpPr>
        <p:spPr>
          <a:xfrm>
            <a:off x="5294376" y="2139696"/>
            <a:ext cx="21489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subTitle" idx="3"/>
          </p:nvPr>
        </p:nvSpPr>
        <p:spPr>
          <a:xfrm>
            <a:off x="1563624" y="3529584"/>
            <a:ext cx="21489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subTitle" idx="4"/>
          </p:nvPr>
        </p:nvSpPr>
        <p:spPr>
          <a:xfrm>
            <a:off x="5294376" y="3529584"/>
            <a:ext cx="21489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0"/>
          <p:cNvSpPr txBox="1">
            <a:spLocks noGrp="1"/>
          </p:cNvSpPr>
          <p:nvPr>
            <p:ph type="subTitle" idx="5"/>
          </p:nvPr>
        </p:nvSpPr>
        <p:spPr>
          <a:xfrm>
            <a:off x="1563624" y="1755648"/>
            <a:ext cx="2148900" cy="384000"/>
          </a:xfrm>
          <a:prstGeom prst="rect">
            <a:avLst/>
          </a:prstGeom>
          <a:solidFill>
            <a:srgbClr val="138808">
              <a:alpha val="24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2" name="Google Shape;222;p20"/>
          <p:cNvSpPr txBox="1">
            <a:spLocks noGrp="1"/>
          </p:cNvSpPr>
          <p:nvPr>
            <p:ph type="subTitle" idx="6"/>
          </p:nvPr>
        </p:nvSpPr>
        <p:spPr>
          <a:xfrm>
            <a:off x="5294376" y="1755648"/>
            <a:ext cx="2148900" cy="384000"/>
          </a:xfrm>
          <a:prstGeom prst="rect">
            <a:avLst/>
          </a:prstGeom>
          <a:solidFill>
            <a:srgbClr val="FF9933">
              <a:alpha val="541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3" name="Google Shape;223;p20"/>
          <p:cNvSpPr txBox="1">
            <a:spLocks noGrp="1"/>
          </p:cNvSpPr>
          <p:nvPr>
            <p:ph type="subTitle" idx="7"/>
          </p:nvPr>
        </p:nvSpPr>
        <p:spPr>
          <a:xfrm>
            <a:off x="1563624" y="3145536"/>
            <a:ext cx="2148900" cy="384000"/>
          </a:xfrm>
          <a:prstGeom prst="rect">
            <a:avLst/>
          </a:prstGeom>
          <a:solidFill>
            <a:srgbClr val="FF9933">
              <a:alpha val="541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4" name="Google Shape;224;p20"/>
          <p:cNvSpPr txBox="1">
            <a:spLocks noGrp="1"/>
          </p:cNvSpPr>
          <p:nvPr>
            <p:ph type="subTitle" idx="8"/>
          </p:nvPr>
        </p:nvSpPr>
        <p:spPr>
          <a:xfrm>
            <a:off x="5294376" y="3145536"/>
            <a:ext cx="2148900" cy="384000"/>
          </a:xfrm>
          <a:prstGeom prst="rect">
            <a:avLst/>
          </a:prstGeom>
          <a:solidFill>
            <a:srgbClr val="138808">
              <a:alpha val="24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66" name="Google Shape;266;p24"/>
          <p:cNvGrpSpPr/>
          <p:nvPr/>
        </p:nvGrpSpPr>
        <p:grpSpPr>
          <a:xfrm>
            <a:off x="4424363" y="4581142"/>
            <a:ext cx="300770" cy="54726"/>
            <a:chOff x="4770650" y="685575"/>
            <a:chExt cx="158250" cy="28800"/>
          </a:xfrm>
        </p:grpSpPr>
        <p:sp>
          <p:nvSpPr>
            <p:cNvPr id="267" name="Google Shape;267;p24"/>
            <p:cNvSpPr/>
            <p:nvPr/>
          </p:nvSpPr>
          <p:spPr>
            <a:xfrm>
              <a:off x="477065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4"/>
            <p:cNvSpPr/>
            <p:nvPr/>
          </p:nvSpPr>
          <p:spPr>
            <a:xfrm>
              <a:off x="4835375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4"/>
            <p:cNvSpPr/>
            <p:nvPr/>
          </p:nvSpPr>
          <p:spPr>
            <a:xfrm>
              <a:off x="490010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28"/>
          <p:cNvGrpSpPr/>
          <p:nvPr/>
        </p:nvGrpSpPr>
        <p:grpSpPr>
          <a:xfrm>
            <a:off x="5092229" y="-180802"/>
            <a:ext cx="5253816" cy="1622108"/>
            <a:chOff x="5092229" y="-180802"/>
            <a:chExt cx="5253816" cy="1622108"/>
          </a:xfrm>
        </p:grpSpPr>
        <p:sp>
          <p:nvSpPr>
            <p:cNvPr id="289" name="Google Shape;289;p28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8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8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8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8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8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8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avLst/>
              <a:gdLst/>
              <a:ahLst/>
              <a:cxnLst/>
              <a:rect l="l" t="t" r="r" b="b"/>
              <a:pathLst>
                <a:path w="2203" h="18597" extrusionOk="0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8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avLst/>
              <a:gdLst/>
              <a:ahLst/>
              <a:cxnLst/>
              <a:rect l="l" t="t" r="r" b="b"/>
              <a:pathLst>
                <a:path w="652" h="653" extrusionOk="0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8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avLst/>
              <a:gdLst/>
              <a:ahLst/>
              <a:cxnLst/>
              <a:rect l="l" t="t" r="r" b="b"/>
              <a:pathLst>
                <a:path w="2545" h="15154" extrusionOk="0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8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avLst/>
              <a:gdLst/>
              <a:ahLst/>
              <a:cxnLst/>
              <a:rect l="l" t="t" r="r" b="b"/>
              <a:pathLst>
                <a:path w="622" h="621" extrusionOk="0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9" name="Google Shape;299;p28"/>
          <p:cNvGrpSpPr/>
          <p:nvPr/>
        </p:nvGrpSpPr>
        <p:grpSpPr>
          <a:xfrm>
            <a:off x="5896679" y="4154157"/>
            <a:ext cx="5053091" cy="435777"/>
            <a:chOff x="5896679" y="4472082"/>
            <a:chExt cx="5053091" cy="435777"/>
          </a:xfrm>
        </p:grpSpPr>
        <p:grpSp>
          <p:nvGrpSpPr>
            <p:cNvPr id="300" name="Google Shape;300;p28"/>
            <p:cNvGrpSpPr/>
            <p:nvPr/>
          </p:nvGrpSpPr>
          <p:grpSpPr>
            <a:xfrm rot="-5400000" flipH="1">
              <a:off x="7373411" y="2995351"/>
              <a:ext cx="435777" cy="3389240"/>
              <a:chOff x="4566275" y="2563884"/>
              <a:chExt cx="61675" cy="479675"/>
            </a:xfrm>
          </p:grpSpPr>
          <p:sp>
            <p:nvSpPr>
              <p:cNvPr id="301" name="Google Shape;301;p28"/>
              <p:cNvSpPr/>
              <p:nvPr/>
            </p:nvSpPr>
            <p:spPr>
              <a:xfrm>
                <a:off x="4566275" y="2578634"/>
                <a:ext cx="55075" cy="464925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8597" extrusionOk="0">
                    <a:moveTo>
                      <a:pt x="2094" y="0"/>
                    </a:moveTo>
                    <a:lnTo>
                      <a:pt x="2094" y="8096"/>
                    </a:lnTo>
                    <a:lnTo>
                      <a:pt x="0" y="12005"/>
                    </a:lnTo>
                    <a:lnTo>
                      <a:pt x="0" y="18596"/>
                    </a:lnTo>
                    <a:lnTo>
                      <a:pt x="109" y="18596"/>
                    </a:lnTo>
                    <a:lnTo>
                      <a:pt x="109" y="12051"/>
                    </a:lnTo>
                    <a:lnTo>
                      <a:pt x="2203" y="8112"/>
                    </a:lnTo>
                    <a:lnTo>
                      <a:pt x="22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28"/>
              <p:cNvSpPr/>
              <p:nvPr/>
            </p:nvSpPr>
            <p:spPr>
              <a:xfrm>
                <a:off x="4611650" y="2563884"/>
                <a:ext cx="16300" cy="16325"/>
              </a:xfrm>
              <a:custGeom>
                <a:avLst/>
                <a:gdLst/>
                <a:ahLst/>
                <a:cxnLst/>
                <a:rect l="l" t="t" r="r" b="b"/>
                <a:pathLst>
                  <a:path w="652" h="653" extrusionOk="0">
                    <a:moveTo>
                      <a:pt x="326" y="109"/>
                    </a:moveTo>
                    <a:cubicBezTo>
                      <a:pt x="465" y="109"/>
                      <a:pt x="558" y="202"/>
                      <a:pt x="558" y="342"/>
                    </a:cubicBezTo>
                    <a:cubicBezTo>
                      <a:pt x="558" y="482"/>
                      <a:pt x="465" y="575"/>
                      <a:pt x="326" y="575"/>
                    </a:cubicBezTo>
                    <a:cubicBezTo>
                      <a:pt x="186" y="575"/>
                      <a:pt x="93" y="466"/>
                      <a:pt x="93" y="342"/>
                    </a:cubicBezTo>
                    <a:cubicBezTo>
                      <a:pt x="93" y="202"/>
                      <a:pt x="202" y="109"/>
                      <a:pt x="326" y="109"/>
                    </a:cubicBezTo>
                    <a:close/>
                    <a:moveTo>
                      <a:pt x="326" y="1"/>
                    </a:moveTo>
                    <a:cubicBezTo>
                      <a:pt x="124" y="1"/>
                      <a:pt x="0" y="156"/>
                      <a:pt x="0" y="327"/>
                    </a:cubicBezTo>
                    <a:cubicBezTo>
                      <a:pt x="0" y="513"/>
                      <a:pt x="155" y="652"/>
                      <a:pt x="326" y="652"/>
                    </a:cubicBezTo>
                    <a:cubicBezTo>
                      <a:pt x="496" y="652"/>
                      <a:pt x="651" y="513"/>
                      <a:pt x="651" y="327"/>
                    </a:cubicBezTo>
                    <a:cubicBezTo>
                      <a:pt x="651" y="125"/>
                      <a:pt x="496" y="1"/>
                      <a:pt x="3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3" name="Google Shape;303;p28"/>
            <p:cNvGrpSpPr/>
            <p:nvPr/>
          </p:nvGrpSpPr>
          <p:grpSpPr>
            <a:xfrm rot="-5400000">
              <a:off x="8886321" y="3688564"/>
              <a:ext cx="109695" cy="2328855"/>
              <a:chOff x="4541850" y="2791375"/>
              <a:chExt cx="15525" cy="329600"/>
            </a:xfrm>
          </p:grpSpPr>
          <p:sp>
            <p:nvSpPr>
              <p:cNvPr id="304" name="Google Shape;304;p28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610" extrusionOk="0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28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1" extrusionOk="0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6" name="Google Shape;306;p28"/>
            <p:cNvGrpSpPr/>
            <p:nvPr/>
          </p:nvGrpSpPr>
          <p:grpSpPr>
            <a:xfrm rot="-5400000">
              <a:off x="9730496" y="3525526"/>
              <a:ext cx="109695" cy="2328855"/>
              <a:chOff x="4541850" y="2791375"/>
              <a:chExt cx="15525" cy="329600"/>
            </a:xfrm>
          </p:grpSpPr>
          <p:sp>
            <p:nvSpPr>
              <p:cNvPr id="307" name="Google Shape;307;p28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610" extrusionOk="0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28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1" extrusionOk="0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29"/>
          <p:cNvGrpSpPr/>
          <p:nvPr/>
        </p:nvGrpSpPr>
        <p:grpSpPr>
          <a:xfrm rot="10800000">
            <a:off x="-1701321" y="4553905"/>
            <a:ext cx="5053091" cy="435777"/>
            <a:chOff x="5896679" y="4472082"/>
            <a:chExt cx="5053091" cy="435777"/>
          </a:xfrm>
        </p:grpSpPr>
        <p:grpSp>
          <p:nvGrpSpPr>
            <p:cNvPr id="311" name="Google Shape;311;p29"/>
            <p:cNvGrpSpPr/>
            <p:nvPr/>
          </p:nvGrpSpPr>
          <p:grpSpPr>
            <a:xfrm rot="-5400000" flipH="1">
              <a:off x="7373411" y="2995351"/>
              <a:ext cx="435777" cy="3389240"/>
              <a:chOff x="4566275" y="2563884"/>
              <a:chExt cx="61675" cy="479675"/>
            </a:xfrm>
          </p:grpSpPr>
          <p:sp>
            <p:nvSpPr>
              <p:cNvPr id="312" name="Google Shape;312;p29"/>
              <p:cNvSpPr/>
              <p:nvPr/>
            </p:nvSpPr>
            <p:spPr>
              <a:xfrm>
                <a:off x="4566275" y="2578634"/>
                <a:ext cx="55075" cy="464925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8597" extrusionOk="0">
                    <a:moveTo>
                      <a:pt x="2094" y="0"/>
                    </a:moveTo>
                    <a:lnTo>
                      <a:pt x="2094" y="8096"/>
                    </a:lnTo>
                    <a:lnTo>
                      <a:pt x="0" y="12005"/>
                    </a:lnTo>
                    <a:lnTo>
                      <a:pt x="0" y="18596"/>
                    </a:lnTo>
                    <a:lnTo>
                      <a:pt x="109" y="18596"/>
                    </a:lnTo>
                    <a:lnTo>
                      <a:pt x="109" y="12051"/>
                    </a:lnTo>
                    <a:lnTo>
                      <a:pt x="2203" y="8112"/>
                    </a:lnTo>
                    <a:lnTo>
                      <a:pt x="22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29"/>
              <p:cNvSpPr/>
              <p:nvPr/>
            </p:nvSpPr>
            <p:spPr>
              <a:xfrm>
                <a:off x="4611650" y="2563884"/>
                <a:ext cx="16300" cy="16325"/>
              </a:xfrm>
              <a:custGeom>
                <a:avLst/>
                <a:gdLst/>
                <a:ahLst/>
                <a:cxnLst/>
                <a:rect l="l" t="t" r="r" b="b"/>
                <a:pathLst>
                  <a:path w="652" h="653" extrusionOk="0">
                    <a:moveTo>
                      <a:pt x="326" y="109"/>
                    </a:moveTo>
                    <a:cubicBezTo>
                      <a:pt x="465" y="109"/>
                      <a:pt x="558" y="202"/>
                      <a:pt x="558" y="342"/>
                    </a:cubicBezTo>
                    <a:cubicBezTo>
                      <a:pt x="558" y="482"/>
                      <a:pt x="465" y="575"/>
                      <a:pt x="326" y="575"/>
                    </a:cubicBezTo>
                    <a:cubicBezTo>
                      <a:pt x="186" y="575"/>
                      <a:pt x="93" y="466"/>
                      <a:pt x="93" y="342"/>
                    </a:cubicBezTo>
                    <a:cubicBezTo>
                      <a:pt x="93" y="202"/>
                      <a:pt x="202" y="109"/>
                      <a:pt x="326" y="109"/>
                    </a:cubicBezTo>
                    <a:close/>
                    <a:moveTo>
                      <a:pt x="326" y="1"/>
                    </a:moveTo>
                    <a:cubicBezTo>
                      <a:pt x="124" y="1"/>
                      <a:pt x="0" y="156"/>
                      <a:pt x="0" y="327"/>
                    </a:cubicBezTo>
                    <a:cubicBezTo>
                      <a:pt x="0" y="513"/>
                      <a:pt x="155" y="652"/>
                      <a:pt x="326" y="652"/>
                    </a:cubicBezTo>
                    <a:cubicBezTo>
                      <a:pt x="496" y="652"/>
                      <a:pt x="651" y="513"/>
                      <a:pt x="651" y="327"/>
                    </a:cubicBezTo>
                    <a:cubicBezTo>
                      <a:pt x="651" y="125"/>
                      <a:pt x="496" y="1"/>
                      <a:pt x="3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4" name="Google Shape;314;p29"/>
            <p:cNvGrpSpPr/>
            <p:nvPr/>
          </p:nvGrpSpPr>
          <p:grpSpPr>
            <a:xfrm rot="-5400000">
              <a:off x="8886321" y="3688564"/>
              <a:ext cx="109695" cy="2328855"/>
              <a:chOff x="4541850" y="2791375"/>
              <a:chExt cx="15525" cy="329600"/>
            </a:xfrm>
          </p:grpSpPr>
          <p:sp>
            <p:nvSpPr>
              <p:cNvPr id="315" name="Google Shape;315;p29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610" extrusionOk="0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29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1" extrusionOk="0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7" name="Google Shape;317;p29"/>
            <p:cNvGrpSpPr/>
            <p:nvPr/>
          </p:nvGrpSpPr>
          <p:grpSpPr>
            <a:xfrm rot="-5400000">
              <a:off x="9730496" y="3525526"/>
              <a:ext cx="109695" cy="2328855"/>
              <a:chOff x="4541850" y="2791375"/>
              <a:chExt cx="15525" cy="329600"/>
            </a:xfrm>
          </p:grpSpPr>
          <p:sp>
            <p:nvSpPr>
              <p:cNvPr id="318" name="Google Shape;318;p29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610" extrusionOk="0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9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1" extrusionOk="0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20" name="Google Shape;320;p29"/>
          <p:cNvGrpSpPr/>
          <p:nvPr/>
        </p:nvGrpSpPr>
        <p:grpSpPr>
          <a:xfrm rot="10800000" flipH="1">
            <a:off x="5909368" y="275305"/>
            <a:ext cx="4210803" cy="931613"/>
            <a:chOff x="6135243" y="509694"/>
            <a:chExt cx="4210803" cy="931613"/>
          </a:xfrm>
        </p:grpSpPr>
        <p:sp>
          <p:nvSpPr>
            <p:cNvPr id="321" name="Google Shape;321;p29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9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9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9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9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9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7" name="Google Shape;327;p29"/>
          <p:cNvSpPr/>
          <p:nvPr/>
        </p:nvSpPr>
        <p:spPr>
          <a:xfrm>
            <a:off x="7455506" y="4343931"/>
            <a:ext cx="425556" cy="432527"/>
          </a:xfrm>
          <a:custGeom>
            <a:avLst/>
            <a:gdLst/>
            <a:ahLst/>
            <a:cxnLst/>
            <a:rect l="l" t="t" r="r" b="b"/>
            <a:pathLst>
              <a:path w="4762" h="4840" extrusionOk="0">
                <a:moveTo>
                  <a:pt x="2386" y="1333"/>
                </a:moveTo>
                <a:cubicBezTo>
                  <a:pt x="2559" y="1333"/>
                  <a:pt x="2735" y="1374"/>
                  <a:pt x="2901" y="1459"/>
                </a:cubicBezTo>
                <a:cubicBezTo>
                  <a:pt x="3444" y="1754"/>
                  <a:pt x="3630" y="2405"/>
                  <a:pt x="3351" y="2948"/>
                </a:cubicBezTo>
                <a:cubicBezTo>
                  <a:pt x="3148" y="3321"/>
                  <a:pt x="2776" y="3533"/>
                  <a:pt x="2382" y="3533"/>
                </a:cubicBezTo>
                <a:cubicBezTo>
                  <a:pt x="2204" y="3533"/>
                  <a:pt x="2020" y="3490"/>
                  <a:pt x="1846" y="3398"/>
                </a:cubicBezTo>
                <a:cubicBezTo>
                  <a:pt x="1303" y="3103"/>
                  <a:pt x="1117" y="2452"/>
                  <a:pt x="1412" y="1909"/>
                </a:cubicBezTo>
                <a:cubicBezTo>
                  <a:pt x="1617" y="1542"/>
                  <a:pt x="1993" y="1333"/>
                  <a:pt x="2386" y="1333"/>
                </a:cubicBezTo>
                <a:close/>
                <a:moveTo>
                  <a:pt x="2901" y="1"/>
                </a:moveTo>
                <a:lnTo>
                  <a:pt x="2715" y="373"/>
                </a:lnTo>
                <a:cubicBezTo>
                  <a:pt x="2653" y="466"/>
                  <a:pt x="2529" y="544"/>
                  <a:pt x="2420" y="544"/>
                </a:cubicBezTo>
                <a:lnTo>
                  <a:pt x="2218" y="544"/>
                </a:lnTo>
                <a:cubicBezTo>
                  <a:pt x="2205" y="546"/>
                  <a:pt x="2191" y="547"/>
                  <a:pt x="2178" y="547"/>
                </a:cubicBezTo>
                <a:cubicBezTo>
                  <a:pt x="2080" y="547"/>
                  <a:pt x="1976" y="498"/>
                  <a:pt x="1908" y="389"/>
                </a:cubicBezTo>
                <a:lnTo>
                  <a:pt x="1691" y="48"/>
                </a:lnTo>
                <a:lnTo>
                  <a:pt x="559" y="745"/>
                </a:lnTo>
                <a:lnTo>
                  <a:pt x="776" y="1133"/>
                </a:lnTo>
                <a:cubicBezTo>
                  <a:pt x="822" y="1226"/>
                  <a:pt x="822" y="1366"/>
                  <a:pt x="776" y="1459"/>
                </a:cubicBezTo>
                <a:lnTo>
                  <a:pt x="714" y="1536"/>
                </a:lnTo>
                <a:cubicBezTo>
                  <a:pt x="698" y="1567"/>
                  <a:pt x="667" y="1598"/>
                  <a:pt x="667" y="1630"/>
                </a:cubicBezTo>
                <a:cubicBezTo>
                  <a:pt x="621" y="1754"/>
                  <a:pt x="512" y="1800"/>
                  <a:pt x="404" y="1816"/>
                </a:cubicBezTo>
                <a:lnTo>
                  <a:pt x="0" y="1847"/>
                </a:lnTo>
                <a:lnTo>
                  <a:pt x="32" y="3180"/>
                </a:lnTo>
                <a:lnTo>
                  <a:pt x="435" y="3165"/>
                </a:lnTo>
                <a:cubicBezTo>
                  <a:pt x="559" y="3165"/>
                  <a:pt x="667" y="3211"/>
                  <a:pt x="729" y="3336"/>
                </a:cubicBezTo>
                <a:lnTo>
                  <a:pt x="854" y="3506"/>
                </a:lnTo>
                <a:cubicBezTo>
                  <a:pt x="931" y="3599"/>
                  <a:pt x="931" y="3739"/>
                  <a:pt x="869" y="3832"/>
                </a:cubicBezTo>
                <a:lnTo>
                  <a:pt x="667" y="4204"/>
                </a:lnTo>
                <a:lnTo>
                  <a:pt x="1862" y="4840"/>
                </a:lnTo>
                <a:lnTo>
                  <a:pt x="2048" y="4483"/>
                </a:lnTo>
                <a:cubicBezTo>
                  <a:pt x="2110" y="4375"/>
                  <a:pt x="2218" y="4297"/>
                  <a:pt x="2342" y="4297"/>
                </a:cubicBezTo>
                <a:lnTo>
                  <a:pt x="2529" y="4297"/>
                </a:lnTo>
                <a:cubicBezTo>
                  <a:pt x="2541" y="4296"/>
                  <a:pt x="2554" y="4295"/>
                  <a:pt x="2566" y="4295"/>
                </a:cubicBezTo>
                <a:cubicBezTo>
                  <a:pt x="2674" y="4295"/>
                  <a:pt x="2769" y="4355"/>
                  <a:pt x="2839" y="4452"/>
                </a:cubicBezTo>
                <a:lnTo>
                  <a:pt x="3056" y="4809"/>
                </a:lnTo>
                <a:lnTo>
                  <a:pt x="4204" y="4096"/>
                </a:lnTo>
                <a:lnTo>
                  <a:pt x="3986" y="3739"/>
                </a:lnTo>
                <a:cubicBezTo>
                  <a:pt x="3924" y="3646"/>
                  <a:pt x="3924" y="3506"/>
                  <a:pt x="3986" y="3413"/>
                </a:cubicBezTo>
                <a:lnTo>
                  <a:pt x="4048" y="3336"/>
                </a:lnTo>
                <a:cubicBezTo>
                  <a:pt x="4064" y="3305"/>
                  <a:pt x="4080" y="3274"/>
                  <a:pt x="4080" y="3242"/>
                </a:cubicBezTo>
                <a:cubicBezTo>
                  <a:pt x="4142" y="3118"/>
                  <a:pt x="4235" y="3072"/>
                  <a:pt x="4359" y="3041"/>
                </a:cubicBezTo>
                <a:lnTo>
                  <a:pt x="4762" y="3025"/>
                </a:lnTo>
                <a:lnTo>
                  <a:pt x="4731" y="1692"/>
                </a:lnTo>
                <a:lnTo>
                  <a:pt x="4312" y="1692"/>
                </a:lnTo>
                <a:cubicBezTo>
                  <a:pt x="4204" y="1692"/>
                  <a:pt x="4080" y="1630"/>
                  <a:pt x="4033" y="1521"/>
                </a:cubicBezTo>
                <a:lnTo>
                  <a:pt x="3909" y="1335"/>
                </a:lnTo>
                <a:cubicBezTo>
                  <a:pt x="3831" y="1242"/>
                  <a:pt x="3831" y="1102"/>
                  <a:pt x="3893" y="1009"/>
                </a:cubicBezTo>
                <a:lnTo>
                  <a:pt x="4080" y="637"/>
                </a:lnTo>
                <a:lnTo>
                  <a:pt x="290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8" name="Google Shape;328;p29"/>
          <p:cNvGrpSpPr/>
          <p:nvPr/>
        </p:nvGrpSpPr>
        <p:grpSpPr>
          <a:xfrm rot="-899960">
            <a:off x="8218214" y="3614536"/>
            <a:ext cx="454765" cy="457446"/>
            <a:chOff x="3137370" y="-570001"/>
            <a:chExt cx="454778" cy="457459"/>
          </a:xfrm>
        </p:grpSpPr>
        <p:sp>
          <p:nvSpPr>
            <p:cNvPr id="329" name="Google Shape;329;p29"/>
            <p:cNvSpPr/>
            <p:nvPr/>
          </p:nvSpPr>
          <p:spPr>
            <a:xfrm>
              <a:off x="3154081" y="-531752"/>
              <a:ext cx="429756" cy="377388"/>
            </a:xfrm>
            <a:custGeom>
              <a:avLst/>
              <a:gdLst/>
              <a:ahLst/>
              <a:cxnLst/>
              <a:rect l="l" t="t" r="r" b="b"/>
              <a:pathLst>
                <a:path w="4809" h="4223" extrusionOk="0">
                  <a:moveTo>
                    <a:pt x="2391" y="1246"/>
                  </a:moveTo>
                  <a:cubicBezTo>
                    <a:pt x="2524" y="1246"/>
                    <a:pt x="2660" y="1277"/>
                    <a:pt x="2792" y="1340"/>
                  </a:cubicBezTo>
                  <a:cubicBezTo>
                    <a:pt x="2792" y="1340"/>
                    <a:pt x="2792" y="1340"/>
                    <a:pt x="2792" y="1340"/>
                  </a:cubicBezTo>
                  <a:lnTo>
                    <a:pt x="2792" y="1340"/>
                  </a:lnTo>
                  <a:cubicBezTo>
                    <a:pt x="3226" y="1557"/>
                    <a:pt x="3412" y="2069"/>
                    <a:pt x="3195" y="2519"/>
                  </a:cubicBezTo>
                  <a:cubicBezTo>
                    <a:pt x="3052" y="2837"/>
                    <a:pt x="2746" y="3016"/>
                    <a:pt x="2420" y="3016"/>
                  </a:cubicBezTo>
                  <a:cubicBezTo>
                    <a:pt x="2286" y="3016"/>
                    <a:pt x="2148" y="2985"/>
                    <a:pt x="2016" y="2922"/>
                  </a:cubicBezTo>
                  <a:cubicBezTo>
                    <a:pt x="1567" y="2720"/>
                    <a:pt x="1396" y="2193"/>
                    <a:pt x="1613" y="1743"/>
                  </a:cubicBezTo>
                  <a:cubicBezTo>
                    <a:pt x="1767" y="1425"/>
                    <a:pt x="2068" y="1246"/>
                    <a:pt x="2391" y="1246"/>
                  </a:cubicBezTo>
                  <a:close/>
                  <a:moveTo>
                    <a:pt x="2408" y="1113"/>
                  </a:moveTo>
                  <a:cubicBezTo>
                    <a:pt x="2294" y="1113"/>
                    <a:pt x="2181" y="1133"/>
                    <a:pt x="2075" y="1170"/>
                  </a:cubicBezTo>
                  <a:lnTo>
                    <a:pt x="2075" y="1170"/>
                  </a:lnTo>
                  <a:cubicBezTo>
                    <a:pt x="1824" y="1251"/>
                    <a:pt x="1608" y="1428"/>
                    <a:pt x="1489" y="1681"/>
                  </a:cubicBezTo>
                  <a:cubicBezTo>
                    <a:pt x="1256" y="2193"/>
                    <a:pt x="1458" y="2798"/>
                    <a:pt x="1954" y="3015"/>
                  </a:cubicBezTo>
                  <a:cubicBezTo>
                    <a:pt x="2104" y="3092"/>
                    <a:pt x="2261" y="3128"/>
                    <a:pt x="2415" y="3128"/>
                  </a:cubicBezTo>
                  <a:cubicBezTo>
                    <a:pt x="2419" y="3128"/>
                    <a:pt x="2422" y="3128"/>
                    <a:pt x="2426" y="3128"/>
                  </a:cubicBezTo>
                  <a:lnTo>
                    <a:pt x="2426" y="3128"/>
                  </a:lnTo>
                  <a:cubicBezTo>
                    <a:pt x="2429" y="3128"/>
                    <a:pt x="2433" y="3128"/>
                    <a:pt x="2436" y="3128"/>
                  </a:cubicBezTo>
                  <a:cubicBezTo>
                    <a:pt x="2803" y="3128"/>
                    <a:pt x="3154" y="2917"/>
                    <a:pt x="3319" y="2565"/>
                  </a:cubicBezTo>
                  <a:cubicBezTo>
                    <a:pt x="3457" y="2271"/>
                    <a:pt x="3437" y="1945"/>
                    <a:pt x="3298" y="1673"/>
                  </a:cubicBezTo>
                  <a:lnTo>
                    <a:pt x="3298" y="1673"/>
                  </a:lnTo>
                  <a:cubicBezTo>
                    <a:pt x="3229" y="1531"/>
                    <a:pt x="3128" y="1405"/>
                    <a:pt x="2997" y="1310"/>
                  </a:cubicBezTo>
                  <a:lnTo>
                    <a:pt x="2997" y="1310"/>
                  </a:lnTo>
                  <a:cubicBezTo>
                    <a:pt x="2952" y="1275"/>
                    <a:pt x="2905" y="1244"/>
                    <a:pt x="2854" y="1216"/>
                  </a:cubicBezTo>
                  <a:cubicBezTo>
                    <a:pt x="2709" y="1146"/>
                    <a:pt x="2557" y="1113"/>
                    <a:pt x="2408" y="1113"/>
                  </a:cubicBezTo>
                  <a:close/>
                  <a:moveTo>
                    <a:pt x="2398" y="974"/>
                  </a:moveTo>
                  <a:cubicBezTo>
                    <a:pt x="2571" y="974"/>
                    <a:pt x="2748" y="1012"/>
                    <a:pt x="2916" y="1092"/>
                  </a:cubicBezTo>
                  <a:cubicBezTo>
                    <a:pt x="3490" y="1356"/>
                    <a:pt x="3722" y="2054"/>
                    <a:pt x="3459" y="2643"/>
                  </a:cubicBezTo>
                  <a:cubicBezTo>
                    <a:pt x="3257" y="3057"/>
                    <a:pt x="2837" y="3294"/>
                    <a:pt x="2403" y="3294"/>
                  </a:cubicBezTo>
                  <a:cubicBezTo>
                    <a:pt x="2236" y="3294"/>
                    <a:pt x="2067" y="3259"/>
                    <a:pt x="1908" y="3186"/>
                  </a:cubicBezTo>
                  <a:cubicBezTo>
                    <a:pt x="1318" y="2907"/>
                    <a:pt x="1086" y="2209"/>
                    <a:pt x="1365" y="1635"/>
                  </a:cubicBezTo>
                  <a:cubicBezTo>
                    <a:pt x="1553" y="1213"/>
                    <a:pt x="1964" y="974"/>
                    <a:pt x="2398" y="974"/>
                  </a:cubicBezTo>
                  <a:close/>
                  <a:moveTo>
                    <a:pt x="2415" y="0"/>
                  </a:moveTo>
                  <a:cubicBezTo>
                    <a:pt x="1629" y="0"/>
                    <a:pt x="868" y="429"/>
                    <a:pt x="512" y="1185"/>
                  </a:cubicBezTo>
                  <a:cubicBezTo>
                    <a:pt x="0" y="2224"/>
                    <a:pt x="434" y="3511"/>
                    <a:pt x="1473" y="4008"/>
                  </a:cubicBezTo>
                  <a:cubicBezTo>
                    <a:pt x="1770" y="4154"/>
                    <a:pt x="2086" y="4223"/>
                    <a:pt x="2399" y="4223"/>
                  </a:cubicBezTo>
                  <a:cubicBezTo>
                    <a:pt x="3184" y="4223"/>
                    <a:pt x="3946" y="3789"/>
                    <a:pt x="4312" y="3046"/>
                  </a:cubicBezTo>
                  <a:cubicBezTo>
                    <a:pt x="4808" y="1992"/>
                    <a:pt x="4389" y="735"/>
                    <a:pt x="3335" y="208"/>
                  </a:cubicBezTo>
                  <a:cubicBezTo>
                    <a:pt x="3040" y="67"/>
                    <a:pt x="2726" y="0"/>
                    <a:pt x="24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9"/>
            <p:cNvSpPr/>
            <p:nvPr/>
          </p:nvSpPr>
          <p:spPr>
            <a:xfrm>
              <a:off x="3237190" y="-194399"/>
              <a:ext cx="84629" cy="76318"/>
            </a:xfrm>
            <a:custGeom>
              <a:avLst/>
              <a:gdLst/>
              <a:ahLst/>
              <a:cxnLst/>
              <a:rect l="l" t="t" r="r" b="b"/>
              <a:pathLst>
                <a:path w="947" h="854" extrusionOk="0">
                  <a:moveTo>
                    <a:pt x="218" y="0"/>
                  </a:moveTo>
                  <a:lnTo>
                    <a:pt x="1" y="543"/>
                  </a:lnTo>
                  <a:lnTo>
                    <a:pt x="668" y="853"/>
                  </a:lnTo>
                  <a:lnTo>
                    <a:pt x="947" y="35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9"/>
            <p:cNvSpPr/>
            <p:nvPr/>
          </p:nvSpPr>
          <p:spPr>
            <a:xfrm>
              <a:off x="3137370" y="-313612"/>
              <a:ext cx="70777" cy="81858"/>
            </a:xfrm>
            <a:custGeom>
              <a:avLst/>
              <a:gdLst/>
              <a:ahLst/>
              <a:cxnLst/>
              <a:rect l="l" t="t" r="r" b="b"/>
              <a:pathLst>
                <a:path w="792" h="916" extrusionOk="0">
                  <a:moveTo>
                    <a:pt x="544" y="0"/>
                  </a:moveTo>
                  <a:lnTo>
                    <a:pt x="1" y="233"/>
                  </a:lnTo>
                  <a:lnTo>
                    <a:pt x="249" y="915"/>
                  </a:lnTo>
                  <a:lnTo>
                    <a:pt x="792" y="7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9"/>
            <p:cNvSpPr/>
            <p:nvPr/>
          </p:nvSpPr>
          <p:spPr>
            <a:xfrm>
              <a:off x="3141570" y="-467499"/>
              <a:ext cx="76318" cy="83288"/>
            </a:xfrm>
            <a:custGeom>
              <a:avLst/>
              <a:gdLst/>
              <a:ahLst/>
              <a:cxnLst/>
              <a:rect l="l" t="t" r="r" b="b"/>
              <a:pathLst>
                <a:path w="854" h="932" extrusionOk="0">
                  <a:moveTo>
                    <a:pt x="311" y="1"/>
                  </a:moveTo>
                  <a:lnTo>
                    <a:pt x="0" y="637"/>
                  </a:lnTo>
                  <a:lnTo>
                    <a:pt x="512" y="931"/>
                  </a:lnTo>
                  <a:lnTo>
                    <a:pt x="854" y="218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9"/>
            <p:cNvSpPr/>
            <p:nvPr/>
          </p:nvSpPr>
          <p:spPr>
            <a:xfrm>
              <a:off x="3256582" y="-570001"/>
              <a:ext cx="81858" cy="73547"/>
            </a:xfrm>
            <a:custGeom>
              <a:avLst/>
              <a:gdLst/>
              <a:ahLst/>
              <a:cxnLst/>
              <a:rect l="l" t="t" r="r" b="b"/>
              <a:pathLst>
                <a:path w="916" h="823" extrusionOk="0">
                  <a:moveTo>
                    <a:pt x="683" y="0"/>
                  </a:moveTo>
                  <a:lnTo>
                    <a:pt x="1" y="248"/>
                  </a:lnTo>
                  <a:lnTo>
                    <a:pt x="140" y="822"/>
                  </a:lnTo>
                  <a:lnTo>
                    <a:pt x="916" y="5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9"/>
            <p:cNvSpPr/>
            <p:nvPr/>
          </p:nvSpPr>
          <p:spPr>
            <a:xfrm>
              <a:off x="3409039" y="-564460"/>
              <a:ext cx="83288" cy="76318"/>
            </a:xfrm>
            <a:custGeom>
              <a:avLst/>
              <a:gdLst/>
              <a:ahLst/>
              <a:cxnLst/>
              <a:rect l="l" t="t" r="r" b="b"/>
              <a:pathLst>
                <a:path w="932" h="854" extrusionOk="0">
                  <a:moveTo>
                    <a:pt x="296" y="0"/>
                  </a:moveTo>
                  <a:lnTo>
                    <a:pt x="1" y="496"/>
                  </a:lnTo>
                  <a:lnTo>
                    <a:pt x="714" y="853"/>
                  </a:lnTo>
                  <a:lnTo>
                    <a:pt x="931" y="31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9"/>
            <p:cNvSpPr/>
            <p:nvPr/>
          </p:nvSpPr>
          <p:spPr>
            <a:xfrm>
              <a:off x="3521371" y="-450877"/>
              <a:ext cx="70777" cy="81858"/>
            </a:xfrm>
            <a:custGeom>
              <a:avLst/>
              <a:gdLst/>
              <a:ahLst/>
              <a:cxnLst/>
              <a:rect l="l" t="t" r="r" b="b"/>
              <a:pathLst>
                <a:path w="792" h="916" extrusionOk="0">
                  <a:moveTo>
                    <a:pt x="558" y="1"/>
                  </a:moveTo>
                  <a:lnTo>
                    <a:pt x="0" y="140"/>
                  </a:lnTo>
                  <a:lnTo>
                    <a:pt x="279" y="916"/>
                  </a:lnTo>
                  <a:lnTo>
                    <a:pt x="791" y="683"/>
                  </a:lnTo>
                  <a:lnTo>
                    <a:pt x="5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9"/>
            <p:cNvSpPr/>
            <p:nvPr/>
          </p:nvSpPr>
          <p:spPr>
            <a:xfrm>
              <a:off x="3513060" y="-298420"/>
              <a:ext cx="76318" cy="83288"/>
            </a:xfrm>
            <a:custGeom>
              <a:avLst/>
              <a:gdLst/>
              <a:ahLst/>
              <a:cxnLst/>
              <a:rect l="l" t="t" r="r" b="b"/>
              <a:pathLst>
                <a:path w="854" h="932" extrusionOk="0">
                  <a:moveTo>
                    <a:pt x="341" y="1"/>
                  </a:moveTo>
                  <a:lnTo>
                    <a:pt x="0" y="730"/>
                  </a:lnTo>
                  <a:lnTo>
                    <a:pt x="543" y="931"/>
                  </a:lnTo>
                  <a:lnTo>
                    <a:pt x="853" y="296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9"/>
            <p:cNvSpPr/>
            <p:nvPr/>
          </p:nvSpPr>
          <p:spPr>
            <a:xfrm>
              <a:off x="3393847" y="-184748"/>
              <a:ext cx="80429" cy="72207"/>
            </a:xfrm>
            <a:custGeom>
              <a:avLst/>
              <a:gdLst/>
              <a:ahLst/>
              <a:cxnLst/>
              <a:rect l="l" t="t" r="r" b="b"/>
              <a:pathLst>
                <a:path w="900" h="808" extrusionOk="0">
                  <a:moveTo>
                    <a:pt x="745" y="1"/>
                  </a:moveTo>
                  <a:lnTo>
                    <a:pt x="0" y="264"/>
                  </a:lnTo>
                  <a:lnTo>
                    <a:pt x="233" y="807"/>
                  </a:lnTo>
                  <a:lnTo>
                    <a:pt x="900" y="559"/>
                  </a:lnTo>
                  <a:lnTo>
                    <a:pt x="7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8" name="Google Shape;338;p29"/>
          <p:cNvGrpSpPr/>
          <p:nvPr/>
        </p:nvGrpSpPr>
        <p:grpSpPr>
          <a:xfrm>
            <a:off x="7984623" y="4115930"/>
            <a:ext cx="888556" cy="888556"/>
            <a:chOff x="3601710" y="-660170"/>
            <a:chExt cx="888556" cy="888556"/>
          </a:xfrm>
        </p:grpSpPr>
        <p:sp>
          <p:nvSpPr>
            <p:cNvPr id="339" name="Google Shape;339;p29"/>
            <p:cNvSpPr/>
            <p:nvPr/>
          </p:nvSpPr>
          <p:spPr>
            <a:xfrm>
              <a:off x="3633613" y="-585997"/>
              <a:ext cx="838601" cy="740210"/>
            </a:xfrm>
            <a:custGeom>
              <a:avLst/>
              <a:gdLst/>
              <a:ahLst/>
              <a:cxnLst/>
              <a:rect l="l" t="t" r="r" b="b"/>
              <a:pathLst>
                <a:path w="9384" h="8283" extrusionOk="0">
                  <a:moveTo>
                    <a:pt x="4688" y="2208"/>
                  </a:moveTo>
                  <a:cubicBezTo>
                    <a:pt x="4929" y="2208"/>
                    <a:pt x="5175" y="2253"/>
                    <a:pt x="5413" y="2350"/>
                  </a:cubicBezTo>
                  <a:cubicBezTo>
                    <a:pt x="6406" y="2738"/>
                    <a:pt x="6887" y="3870"/>
                    <a:pt x="6483" y="4878"/>
                  </a:cubicBezTo>
                  <a:cubicBezTo>
                    <a:pt x="6178" y="5618"/>
                    <a:pt x="5455" y="6082"/>
                    <a:pt x="4691" y="6082"/>
                  </a:cubicBezTo>
                  <a:cubicBezTo>
                    <a:pt x="4446" y="6082"/>
                    <a:pt x="4196" y="6035"/>
                    <a:pt x="3955" y="5933"/>
                  </a:cubicBezTo>
                  <a:cubicBezTo>
                    <a:pt x="2978" y="5530"/>
                    <a:pt x="2482" y="4413"/>
                    <a:pt x="2901" y="3421"/>
                  </a:cubicBezTo>
                  <a:cubicBezTo>
                    <a:pt x="3207" y="2666"/>
                    <a:pt x="3925" y="2208"/>
                    <a:pt x="4688" y="2208"/>
                  </a:cubicBezTo>
                  <a:close/>
                  <a:moveTo>
                    <a:pt x="4697" y="0"/>
                  </a:moveTo>
                  <a:cubicBezTo>
                    <a:pt x="3061" y="0"/>
                    <a:pt x="1501" y="970"/>
                    <a:pt x="853" y="2583"/>
                  </a:cubicBezTo>
                  <a:cubicBezTo>
                    <a:pt x="0" y="4692"/>
                    <a:pt x="1009" y="7112"/>
                    <a:pt x="3149" y="7980"/>
                  </a:cubicBezTo>
                  <a:cubicBezTo>
                    <a:pt x="3656" y="8185"/>
                    <a:pt x="4180" y="8283"/>
                    <a:pt x="4696" y="8283"/>
                  </a:cubicBezTo>
                  <a:cubicBezTo>
                    <a:pt x="6326" y="8283"/>
                    <a:pt x="7871" y="7311"/>
                    <a:pt x="8531" y="5685"/>
                  </a:cubicBezTo>
                  <a:cubicBezTo>
                    <a:pt x="9384" y="3576"/>
                    <a:pt x="8376" y="1156"/>
                    <a:pt x="6251" y="303"/>
                  </a:cubicBezTo>
                  <a:cubicBezTo>
                    <a:pt x="5743" y="98"/>
                    <a:pt x="5216" y="0"/>
                    <a:pt x="46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9"/>
            <p:cNvSpPr/>
            <p:nvPr/>
          </p:nvSpPr>
          <p:spPr>
            <a:xfrm>
              <a:off x="3823514" y="85581"/>
              <a:ext cx="162197" cy="142805"/>
            </a:xfrm>
            <a:custGeom>
              <a:avLst/>
              <a:gdLst/>
              <a:ahLst/>
              <a:cxnLst/>
              <a:rect l="l" t="t" r="r" b="b"/>
              <a:pathLst>
                <a:path w="1815" h="1598" extrusionOk="0">
                  <a:moveTo>
                    <a:pt x="341" y="0"/>
                  </a:moveTo>
                  <a:lnTo>
                    <a:pt x="0" y="1086"/>
                  </a:lnTo>
                  <a:lnTo>
                    <a:pt x="1319" y="1598"/>
                  </a:lnTo>
                  <a:lnTo>
                    <a:pt x="1815" y="58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9"/>
            <p:cNvSpPr/>
            <p:nvPr/>
          </p:nvSpPr>
          <p:spPr>
            <a:xfrm>
              <a:off x="3608681" y="-138993"/>
              <a:ext cx="145576" cy="163627"/>
            </a:xfrm>
            <a:custGeom>
              <a:avLst/>
              <a:gdLst/>
              <a:ahLst/>
              <a:cxnLst/>
              <a:rect l="l" t="t" r="r" b="b"/>
              <a:pathLst>
                <a:path w="1629" h="1831" extrusionOk="0">
                  <a:moveTo>
                    <a:pt x="1008" y="0"/>
                  </a:moveTo>
                  <a:lnTo>
                    <a:pt x="0" y="528"/>
                  </a:lnTo>
                  <a:lnTo>
                    <a:pt x="543" y="1831"/>
                  </a:lnTo>
                  <a:lnTo>
                    <a:pt x="1629" y="1458"/>
                  </a:lnTo>
                  <a:lnTo>
                    <a:pt x="10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9"/>
            <p:cNvSpPr/>
            <p:nvPr/>
          </p:nvSpPr>
          <p:spPr>
            <a:xfrm>
              <a:off x="3601710" y="-438366"/>
              <a:ext cx="142895" cy="163627"/>
            </a:xfrm>
            <a:custGeom>
              <a:avLst/>
              <a:gdLst/>
              <a:ahLst/>
              <a:cxnLst/>
              <a:rect l="l" t="t" r="r" b="b"/>
              <a:pathLst>
                <a:path w="1599" h="1831" extrusionOk="0">
                  <a:moveTo>
                    <a:pt x="512" y="0"/>
                  </a:moveTo>
                  <a:lnTo>
                    <a:pt x="1" y="1319"/>
                  </a:lnTo>
                  <a:lnTo>
                    <a:pt x="1009" y="1831"/>
                  </a:lnTo>
                  <a:lnTo>
                    <a:pt x="1598" y="357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9"/>
            <p:cNvSpPr/>
            <p:nvPr/>
          </p:nvSpPr>
          <p:spPr>
            <a:xfrm>
              <a:off x="3805462" y="-653199"/>
              <a:ext cx="163627" cy="144235"/>
            </a:xfrm>
            <a:custGeom>
              <a:avLst/>
              <a:gdLst/>
              <a:ahLst/>
              <a:cxnLst/>
              <a:rect l="l" t="t" r="r" b="b"/>
              <a:pathLst>
                <a:path w="1831" h="1614" extrusionOk="0">
                  <a:moveTo>
                    <a:pt x="1303" y="0"/>
                  </a:moveTo>
                  <a:lnTo>
                    <a:pt x="1" y="543"/>
                  </a:lnTo>
                  <a:lnTo>
                    <a:pt x="373" y="1613"/>
                  </a:lnTo>
                  <a:lnTo>
                    <a:pt x="1831" y="993"/>
                  </a:lnTo>
                  <a:lnTo>
                    <a:pt x="13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9"/>
            <p:cNvSpPr/>
            <p:nvPr/>
          </p:nvSpPr>
          <p:spPr>
            <a:xfrm>
              <a:off x="4104835" y="-660170"/>
              <a:ext cx="163627" cy="144235"/>
            </a:xfrm>
            <a:custGeom>
              <a:avLst/>
              <a:gdLst/>
              <a:ahLst/>
              <a:cxnLst/>
              <a:rect l="l" t="t" r="r" b="b"/>
              <a:pathLst>
                <a:path w="1831" h="1614" extrusionOk="0">
                  <a:moveTo>
                    <a:pt x="512" y="1"/>
                  </a:moveTo>
                  <a:lnTo>
                    <a:pt x="1" y="1009"/>
                  </a:lnTo>
                  <a:lnTo>
                    <a:pt x="1505" y="1614"/>
                  </a:lnTo>
                  <a:lnTo>
                    <a:pt x="1831" y="528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9"/>
            <p:cNvSpPr/>
            <p:nvPr/>
          </p:nvSpPr>
          <p:spPr>
            <a:xfrm>
              <a:off x="4339061" y="-454988"/>
              <a:ext cx="145665" cy="162197"/>
            </a:xfrm>
            <a:custGeom>
              <a:avLst/>
              <a:gdLst/>
              <a:ahLst/>
              <a:cxnLst/>
              <a:rect l="l" t="t" r="r" b="b"/>
              <a:pathLst>
                <a:path w="1630" h="1815" extrusionOk="0">
                  <a:moveTo>
                    <a:pt x="1071" y="0"/>
                  </a:moveTo>
                  <a:lnTo>
                    <a:pt x="1" y="342"/>
                  </a:lnTo>
                  <a:lnTo>
                    <a:pt x="621" y="1815"/>
                  </a:lnTo>
                  <a:lnTo>
                    <a:pt x="1629" y="1288"/>
                  </a:lnTo>
                  <a:lnTo>
                    <a:pt x="10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9"/>
            <p:cNvSpPr/>
            <p:nvPr/>
          </p:nvSpPr>
          <p:spPr>
            <a:xfrm>
              <a:off x="4346031" y="-155615"/>
              <a:ext cx="144235" cy="162197"/>
            </a:xfrm>
            <a:custGeom>
              <a:avLst/>
              <a:gdLst/>
              <a:ahLst/>
              <a:cxnLst/>
              <a:rect l="l" t="t" r="r" b="b"/>
              <a:pathLst>
                <a:path w="1614" h="1815" extrusionOk="0">
                  <a:moveTo>
                    <a:pt x="605" y="0"/>
                  </a:moveTo>
                  <a:lnTo>
                    <a:pt x="0" y="1474"/>
                  </a:lnTo>
                  <a:lnTo>
                    <a:pt x="1086" y="1815"/>
                  </a:lnTo>
                  <a:lnTo>
                    <a:pt x="1613" y="497"/>
                  </a:lnTo>
                  <a:lnTo>
                    <a:pt x="6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9"/>
            <p:cNvSpPr/>
            <p:nvPr/>
          </p:nvSpPr>
          <p:spPr>
            <a:xfrm>
              <a:off x="4122887" y="78611"/>
              <a:ext cx="162197" cy="142805"/>
            </a:xfrm>
            <a:custGeom>
              <a:avLst/>
              <a:gdLst/>
              <a:ahLst/>
              <a:cxnLst/>
              <a:rect l="l" t="t" r="r" b="b"/>
              <a:pathLst>
                <a:path w="1815" h="1598" extrusionOk="0">
                  <a:moveTo>
                    <a:pt x="1474" y="0"/>
                  </a:moveTo>
                  <a:lnTo>
                    <a:pt x="0" y="621"/>
                  </a:lnTo>
                  <a:lnTo>
                    <a:pt x="528" y="1598"/>
                  </a:lnTo>
                  <a:lnTo>
                    <a:pt x="1815" y="1055"/>
                  </a:lnTo>
                  <a:lnTo>
                    <a:pt x="14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9"/>
            <p:cNvSpPr/>
            <p:nvPr/>
          </p:nvSpPr>
          <p:spPr>
            <a:xfrm>
              <a:off x="3928786" y="-339975"/>
              <a:ext cx="231634" cy="249596"/>
            </a:xfrm>
            <a:custGeom>
              <a:avLst/>
              <a:gdLst/>
              <a:ahLst/>
              <a:cxnLst/>
              <a:rect l="l" t="t" r="r" b="b"/>
              <a:pathLst>
                <a:path w="2592" h="2793" extrusionOk="0">
                  <a:moveTo>
                    <a:pt x="1305" y="944"/>
                  </a:moveTo>
                  <a:cubicBezTo>
                    <a:pt x="1361" y="944"/>
                    <a:pt x="1418" y="955"/>
                    <a:pt x="1474" y="978"/>
                  </a:cubicBezTo>
                  <a:cubicBezTo>
                    <a:pt x="1707" y="1071"/>
                    <a:pt x="1816" y="1319"/>
                    <a:pt x="1722" y="1552"/>
                  </a:cubicBezTo>
                  <a:cubicBezTo>
                    <a:pt x="1651" y="1731"/>
                    <a:pt x="1486" y="1846"/>
                    <a:pt x="1308" y="1846"/>
                  </a:cubicBezTo>
                  <a:cubicBezTo>
                    <a:pt x="1255" y="1846"/>
                    <a:pt x="1201" y="1836"/>
                    <a:pt x="1149" y="1815"/>
                  </a:cubicBezTo>
                  <a:cubicBezTo>
                    <a:pt x="900" y="1707"/>
                    <a:pt x="792" y="1459"/>
                    <a:pt x="885" y="1226"/>
                  </a:cubicBezTo>
                  <a:cubicBezTo>
                    <a:pt x="967" y="1050"/>
                    <a:pt x="1130" y="944"/>
                    <a:pt x="1305" y="944"/>
                  </a:cubicBezTo>
                  <a:close/>
                  <a:moveTo>
                    <a:pt x="1474" y="1"/>
                  </a:moveTo>
                  <a:lnTo>
                    <a:pt x="172" y="543"/>
                  </a:lnTo>
                  <a:lnTo>
                    <a:pt x="1" y="1939"/>
                  </a:lnTo>
                  <a:lnTo>
                    <a:pt x="1118" y="2792"/>
                  </a:lnTo>
                  <a:lnTo>
                    <a:pt x="2420" y="2249"/>
                  </a:lnTo>
                  <a:lnTo>
                    <a:pt x="2591" y="854"/>
                  </a:lnTo>
                  <a:lnTo>
                    <a:pt x="14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9" name="Google Shape;349;p29"/>
          <p:cNvGrpSpPr/>
          <p:nvPr/>
        </p:nvGrpSpPr>
        <p:grpSpPr>
          <a:xfrm rot="-899960">
            <a:off x="3703807" y="656452"/>
            <a:ext cx="454765" cy="457446"/>
            <a:chOff x="3137370" y="-570001"/>
            <a:chExt cx="454778" cy="457459"/>
          </a:xfrm>
        </p:grpSpPr>
        <p:sp>
          <p:nvSpPr>
            <p:cNvPr id="350" name="Google Shape;350;p29"/>
            <p:cNvSpPr/>
            <p:nvPr/>
          </p:nvSpPr>
          <p:spPr>
            <a:xfrm>
              <a:off x="3154081" y="-531752"/>
              <a:ext cx="429756" cy="377388"/>
            </a:xfrm>
            <a:custGeom>
              <a:avLst/>
              <a:gdLst/>
              <a:ahLst/>
              <a:cxnLst/>
              <a:rect l="l" t="t" r="r" b="b"/>
              <a:pathLst>
                <a:path w="4809" h="4223" extrusionOk="0">
                  <a:moveTo>
                    <a:pt x="2391" y="1246"/>
                  </a:moveTo>
                  <a:cubicBezTo>
                    <a:pt x="2524" y="1246"/>
                    <a:pt x="2660" y="1277"/>
                    <a:pt x="2792" y="1340"/>
                  </a:cubicBezTo>
                  <a:cubicBezTo>
                    <a:pt x="2792" y="1340"/>
                    <a:pt x="2792" y="1340"/>
                    <a:pt x="2792" y="1340"/>
                  </a:cubicBezTo>
                  <a:lnTo>
                    <a:pt x="2792" y="1340"/>
                  </a:lnTo>
                  <a:cubicBezTo>
                    <a:pt x="3226" y="1557"/>
                    <a:pt x="3412" y="2069"/>
                    <a:pt x="3195" y="2519"/>
                  </a:cubicBezTo>
                  <a:cubicBezTo>
                    <a:pt x="3052" y="2837"/>
                    <a:pt x="2746" y="3016"/>
                    <a:pt x="2420" y="3016"/>
                  </a:cubicBezTo>
                  <a:cubicBezTo>
                    <a:pt x="2286" y="3016"/>
                    <a:pt x="2148" y="2985"/>
                    <a:pt x="2016" y="2922"/>
                  </a:cubicBezTo>
                  <a:cubicBezTo>
                    <a:pt x="1567" y="2720"/>
                    <a:pt x="1396" y="2193"/>
                    <a:pt x="1613" y="1743"/>
                  </a:cubicBezTo>
                  <a:cubicBezTo>
                    <a:pt x="1767" y="1425"/>
                    <a:pt x="2068" y="1246"/>
                    <a:pt x="2391" y="1246"/>
                  </a:cubicBezTo>
                  <a:close/>
                  <a:moveTo>
                    <a:pt x="2408" y="1113"/>
                  </a:moveTo>
                  <a:cubicBezTo>
                    <a:pt x="2294" y="1113"/>
                    <a:pt x="2181" y="1133"/>
                    <a:pt x="2075" y="1170"/>
                  </a:cubicBezTo>
                  <a:lnTo>
                    <a:pt x="2075" y="1170"/>
                  </a:lnTo>
                  <a:cubicBezTo>
                    <a:pt x="1824" y="1251"/>
                    <a:pt x="1608" y="1428"/>
                    <a:pt x="1489" y="1681"/>
                  </a:cubicBezTo>
                  <a:cubicBezTo>
                    <a:pt x="1256" y="2193"/>
                    <a:pt x="1458" y="2798"/>
                    <a:pt x="1954" y="3015"/>
                  </a:cubicBezTo>
                  <a:cubicBezTo>
                    <a:pt x="2104" y="3092"/>
                    <a:pt x="2261" y="3128"/>
                    <a:pt x="2415" y="3128"/>
                  </a:cubicBezTo>
                  <a:cubicBezTo>
                    <a:pt x="2419" y="3128"/>
                    <a:pt x="2422" y="3128"/>
                    <a:pt x="2426" y="3128"/>
                  </a:cubicBezTo>
                  <a:lnTo>
                    <a:pt x="2426" y="3128"/>
                  </a:lnTo>
                  <a:cubicBezTo>
                    <a:pt x="2429" y="3128"/>
                    <a:pt x="2433" y="3128"/>
                    <a:pt x="2436" y="3128"/>
                  </a:cubicBezTo>
                  <a:cubicBezTo>
                    <a:pt x="2803" y="3128"/>
                    <a:pt x="3154" y="2917"/>
                    <a:pt x="3319" y="2565"/>
                  </a:cubicBezTo>
                  <a:cubicBezTo>
                    <a:pt x="3457" y="2271"/>
                    <a:pt x="3437" y="1945"/>
                    <a:pt x="3298" y="1673"/>
                  </a:cubicBezTo>
                  <a:lnTo>
                    <a:pt x="3298" y="1673"/>
                  </a:lnTo>
                  <a:cubicBezTo>
                    <a:pt x="3229" y="1531"/>
                    <a:pt x="3128" y="1405"/>
                    <a:pt x="2997" y="1310"/>
                  </a:cubicBezTo>
                  <a:lnTo>
                    <a:pt x="2997" y="1310"/>
                  </a:lnTo>
                  <a:cubicBezTo>
                    <a:pt x="2952" y="1275"/>
                    <a:pt x="2905" y="1244"/>
                    <a:pt x="2854" y="1216"/>
                  </a:cubicBezTo>
                  <a:cubicBezTo>
                    <a:pt x="2709" y="1146"/>
                    <a:pt x="2557" y="1113"/>
                    <a:pt x="2408" y="1113"/>
                  </a:cubicBezTo>
                  <a:close/>
                  <a:moveTo>
                    <a:pt x="2398" y="974"/>
                  </a:moveTo>
                  <a:cubicBezTo>
                    <a:pt x="2571" y="974"/>
                    <a:pt x="2748" y="1012"/>
                    <a:pt x="2916" y="1092"/>
                  </a:cubicBezTo>
                  <a:cubicBezTo>
                    <a:pt x="3490" y="1356"/>
                    <a:pt x="3722" y="2054"/>
                    <a:pt x="3459" y="2643"/>
                  </a:cubicBezTo>
                  <a:cubicBezTo>
                    <a:pt x="3257" y="3057"/>
                    <a:pt x="2837" y="3294"/>
                    <a:pt x="2403" y="3294"/>
                  </a:cubicBezTo>
                  <a:cubicBezTo>
                    <a:pt x="2236" y="3294"/>
                    <a:pt x="2067" y="3259"/>
                    <a:pt x="1908" y="3186"/>
                  </a:cubicBezTo>
                  <a:cubicBezTo>
                    <a:pt x="1318" y="2907"/>
                    <a:pt x="1086" y="2209"/>
                    <a:pt x="1365" y="1635"/>
                  </a:cubicBezTo>
                  <a:cubicBezTo>
                    <a:pt x="1553" y="1213"/>
                    <a:pt x="1964" y="974"/>
                    <a:pt x="2398" y="974"/>
                  </a:cubicBezTo>
                  <a:close/>
                  <a:moveTo>
                    <a:pt x="2415" y="0"/>
                  </a:moveTo>
                  <a:cubicBezTo>
                    <a:pt x="1629" y="0"/>
                    <a:pt x="868" y="429"/>
                    <a:pt x="512" y="1185"/>
                  </a:cubicBezTo>
                  <a:cubicBezTo>
                    <a:pt x="0" y="2224"/>
                    <a:pt x="434" y="3511"/>
                    <a:pt x="1473" y="4008"/>
                  </a:cubicBezTo>
                  <a:cubicBezTo>
                    <a:pt x="1770" y="4154"/>
                    <a:pt x="2086" y="4223"/>
                    <a:pt x="2399" y="4223"/>
                  </a:cubicBezTo>
                  <a:cubicBezTo>
                    <a:pt x="3184" y="4223"/>
                    <a:pt x="3946" y="3789"/>
                    <a:pt x="4312" y="3046"/>
                  </a:cubicBezTo>
                  <a:cubicBezTo>
                    <a:pt x="4808" y="1992"/>
                    <a:pt x="4389" y="735"/>
                    <a:pt x="3335" y="208"/>
                  </a:cubicBezTo>
                  <a:cubicBezTo>
                    <a:pt x="3040" y="67"/>
                    <a:pt x="2726" y="0"/>
                    <a:pt x="24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9"/>
            <p:cNvSpPr/>
            <p:nvPr/>
          </p:nvSpPr>
          <p:spPr>
            <a:xfrm>
              <a:off x="3237190" y="-194399"/>
              <a:ext cx="84629" cy="76318"/>
            </a:xfrm>
            <a:custGeom>
              <a:avLst/>
              <a:gdLst/>
              <a:ahLst/>
              <a:cxnLst/>
              <a:rect l="l" t="t" r="r" b="b"/>
              <a:pathLst>
                <a:path w="947" h="854" extrusionOk="0">
                  <a:moveTo>
                    <a:pt x="218" y="0"/>
                  </a:moveTo>
                  <a:lnTo>
                    <a:pt x="1" y="543"/>
                  </a:lnTo>
                  <a:lnTo>
                    <a:pt x="668" y="853"/>
                  </a:lnTo>
                  <a:lnTo>
                    <a:pt x="947" y="35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9"/>
            <p:cNvSpPr/>
            <p:nvPr/>
          </p:nvSpPr>
          <p:spPr>
            <a:xfrm>
              <a:off x="3137370" y="-313612"/>
              <a:ext cx="70777" cy="81858"/>
            </a:xfrm>
            <a:custGeom>
              <a:avLst/>
              <a:gdLst/>
              <a:ahLst/>
              <a:cxnLst/>
              <a:rect l="l" t="t" r="r" b="b"/>
              <a:pathLst>
                <a:path w="792" h="916" extrusionOk="0">
                  <a:moveTo>
                    <a:pt x="544" y="0"/>
                  </a:moveTo>
                  <a:lnTo>
                    <a:pt x="1" y="233"/>
                  </a:lnTo>
                  <a:lnTo>
                    <a:pt x="249" y="915"/>
                  </a:lnTo>
                  <a:lnTo>
                    <a:pt x="792" y="7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9"/>
            <p:cNvSpPr/>
            <p:nvPr/>
          </p:nvSpPr>
          <p:spPr>
            <a:xfrm>
              <a:off x="3141570" y="-467499"/>
              <a:ext cx="76318" cy="83288"/>
            </a:xfrm>
            <a:custGeom>
              <a:avLst/>
              <a:gdLst/>
              <a:ahLst/>
              <a:cxnLst/>
              <a:rect l="l" t="t" r="r" b="b"/>
              <a:pathLst>
                <a:path w="854" h="932" extrusionOk="0">
                  <a:moveTo>
                    <a:pt x="311" y="1"/>
                  </a:moveTo>
                  <a:lnTo>
                    <a:pt x="0" y="637"/>
                  </a:lnTo>
                  <a:lnTo>
                    <a:pt x="512" y="931"/>
                  </a:lnTo>
                  <a:lnTo>
                    <a:pt x="854" y="218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9"/>
            <p:cNvSpPr/>
            <p:nvPr/>
          </p:nvSpPr>
          <p:spPr>
            <a:xfrm>
              <a:off x="3256582" y="-570001"/>
              <a:ext cx="81858" cy="73547"/>
            </a:xfrm>
            <a:custGeom>
              <a:avLst/>
              <a:gdLst/>
              <a:ahLst/>
              <a:cxnLst/>
              <a:rect l="l" t="t" r="r" b="b"/>
              <a:pathLst>
                <a:path w="916" h="823" extrusionOk="0">
                  <a:moveTo>
                    <a:pt x="683" y="0"/>
                  </a:moveTo>
                  <a:lnTo>
                    <a:pt x="1" y="248"/>
                  </a:lnTo>
                  <a:lnTo>
                    <a:pt x="140" y="822"/>
                  </a:lnTo>
                  <a:lnTo>
                    <a:pt x="916" y="5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9"/>
            <p:cNvSpPr/>
            <p:nvPr/>
          </p:nvSpPr>
          <p:spPr>
            <a:xfrm>
              <a:off x="3409039" y="-564460"/>
              <a:ext cx="83288" cy="76318"/>
            </a:xfrm>
            <a:custGeom>
              <a:avLst/>
              <a:gdLst/>
              <a:ahLst/>
              <a:cxnLst/>
              <a:rect l="l" t="t" r="r" b="b"/>
              <a:pathLst>
                <a:path w="932" h="854" extrusionOk="0">
                  <a:moveTo>
                    <a:pt x="296" y="0"/>
                  </a:moveTo>
                  <a:lnTo>
                    <a:pt x="1" y="496"/>
                  </a:lnTo>
                  <a:lnTo>
                    <a:pt x="714" y="853"/>
                  </a:lnTo>
                  <a:lnTo>
                    <a:pt x="931" y="31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3521371" y="-450877"/>
              <a:ext cx="70777" cy="81858"/>
            </a:xfrm>
            <a:custGeom>
              <a:avLst/>
              <a:gdLst/>
              <a:ahLst/>
              <a:cxnLst/>
              <a:rect l="l" t="t" r="r" b="b"/>
              <a:pathLst>
                <a:path w="792" h="916" extrusionOk="0">
                  <a:moveTo>
                    <a:pt x="558" y="1"/>
                  </a:moveTo>
                  <a:lnTo>
                    <a:pt x="0" y="140"/>
                  </a:lnTo>
                  <a:lnTo>
                    <a:pt x="279" y="916"/>
                  </a:lnTo>
                  <a:lnTo>
                    <a:pt x="791" y="683"/>
                  </a:lnTo>
                  <a:lnTo>
                    <a:pt x="5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3513060" y="-298420"/>
              <a:ext cx="76318" cy="83288"/>
            </a:xfrm>
            <a:custGeom>
              <a:avLst/>
              <a:gdLst/>
              <a:ahLst/>
              <a:cxnLst/>
              <a:rect l="l" t="t" r="r" b="b"/>
              <a:pathLst>
                <a:path w="854" h="932" extrusionOk="0">
                  <a:moveTo>
                    <a:pt x="341" y="1"/>
                  </a:moveTo>
                  <a:lnTo>
                    <a:pt x="0" y="730"/>
                  </a:lnTo>
                  <a:lnTo>
                    <a:pt x="543" y="931"/>
                  </a:lnTo>
                  <a:lnTo>
                    <a:pt x="853" y="296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9"/>
            <p:cNvSpPr/>
            <p:nvPr/>
          </p:nvSpPr>
          <p:spPr>
            <a:xfrm>
              <a:off x="3393847" y="-184748"/>
              <a:ext cx="80429" cy="72207"/>
            </a:xfrm>
            <a:custGeom>
              <a:avLst/>
              <a:gdLst/>
              <a:ahLst/>
              <a:cxnLst/>
              <a:rect l="l" t="t" r="r" b="b"/>
              <a:pathLst>
                <a:path w="900" h="808" extrusionOk="0">
                  <a:moveTo>
                    <a:pt x="745" y="1"/>
                  </a:moveTo>
                  <a:lnTo>
                    <a:pt x="0" y="264"/>
                  </a:lnTo>
                  <a:lnTo>
                    <a:pt x="233" y="807"/>
                  </a:lnTo>
                  <a:lnTo>
                    <a:pt x="900" y="559"/>
                  </a:lnTo>
                  <a:lnTo>
                    <a:pt x="74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●"/>
              <a:defRPr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○"/>
              <a:defRPr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■"/>
              <a:defRPr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●"/>
              <a:defRPr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○"/>
              <a:defRPr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■"/>
              <a:defRPr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●"/>
              <a:defRPr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○"/>
              <a:defRPr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■"/>
              <a:defRPr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7" r:id="rId4"/>
    <p:sldLayoutId id="2147483658" r:id="rId5"/>
    <p:sldLayoutId id="2147483659" r:id="rId6"/>
    <p:sldLayoutId id="2147483666" r:id="rId7"/>
    <p:sldLayoutId id="2147483669" r:id="rId8"/>
    <p:sldLayoutId id="2147483670" r:id="rId9"/>
    <p:sldLayoutId id="2147483674" r:id="rId10"/>
    <p:sldLayoutId id="2147483675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3"/>
          <p:cNvSpPr/>
          <p:nvPr/>
        </p:nvSpPr>
        <p:spPr>
          <a:xfrm rot="6796431">
            <a:off x="-113033" y="296090"/>
            <a:ext cx="4513657" cy="4500753"/>
          </a:xfrm>
          <a:custGeom>
            <a:avLst/>
            <a:gdLst/>
            <a:ahLst/>
            <a:cxnLst/>
            <a:rect l="l" t="t" r="r" b="b"/>
            <a:pathLst>
              <a:path w="15064" h="15021" extrusionOk="0">
                <a:moveTo>
                  <a:pt x="10691" y="0"/>
                </a:moveTo>
                <a:cubicBezTo>
                  <a:pt x="10147" y="0"/>
                  <a:pt x="9593" y="175"/>
                  <a:pt x="9078" y="371"/>
                </a:cubicBezTo>
                <a:cubicBezTo>
                  <a:pt x="7976" y="793"/>
                  <a:pt x="7010" y="854"/>
                  <a:pt x="5852" y="929"/>
                </a:cubicBezTo>
                <a:cubicBezTo>
                  <a:pt x="5732" y="936"/>
                  <a:pt x="5610" y="940"/>
                  <a:pt x="5486" y="940"/>
                </a:cubicBezTo>
                <a:cubicBezTo>
                  <a:pt x="4724" y="940"/>
                  <a:pt x="3900" y="811"/>
                  <a:pt x="3108" y="811"/>
                </a:cubicBezTo>
                <a:cubicBezTo>
                  <a:pt x="2853" y="811"/>
                  <a:pt x="2602" y="824"/>
                  <a:pt x="2357" y="860"/>
                </a:cubicBezTo>
                <a:cubicBezTo>
                  <a:pt x="544" y="1122"/>
                  <a:pt x="1" y="2548"/>
                  <a:pt x="747" y="3997"/>
                </a:cubicBezTo>
                <a:cubicBezTo>
                  <a:pt x="1694" y="5836"/>
                  <a:pt x="2411" y="7100"/>
                  <a:pt x="2004" y="9267"/>
                </a:cubicBezTo>
                <a:cubicBezTo>
                  <a:pt x="1754" y="10589"/>
                  <a:pt x="956" y="11649"/>
                  <a:pt x="1631" y="13079"/>
                </a:cubicBezTo>
                <a:cubicBezTo>
                  <a:pt x="1969" y="13795"/>
                  <a:pt x="2610" y="14302"/>
                  <a:pt x="3291" y="14587"/>
                </a:cubicBezTo>
                <a:cubicBezTo>
                  <a:pt x="3973" y="14871"/>
                  <a:pt x="4732" y="15021"/>
                  <a:pt x="5478" y="15021"/>
                </a:cubicBezTo>
                <a:cubicBezTo>
                  <a:pt x="5997" y="15021"/>
                  <a:pt x="6508" y="14948"/>
                  <a:pt x="6982" y="14797"/>
                </a:cubicBezTo>
                <a:cubicBezTo>
                  <a:pt x="7891" y="14507"/>
                  <a:pt x="8755" y="14054"/>
                  <a:pt x="9452" y="13351"/>
                </a:cubicBezTo>
                <a:cubicBezTo>
                  <a:pt x="9973" y="12825"/>
                  <a:pt x="10223" y="11996"/>
                  <a:pt x="10886" y="11660"/>
                </a:cubicBezTo>
                <a:cubicBezTo>
                  <a:pt x="11855" y="11171"/>
                  <a:pt x="13214" y="11189"/>
                  <a:pt x="13965" y="10324"/>
                </a:cubicBezTo>
                <a:cubicBezTo>
                  <a:pt x="15064" y="9062"/>
                  <a:pt x="13775" y="8055"/>
                  <a:pt x="13430" y="6774"/>
                </a:cubicBezTo>
                <a:cubicBezTo>
                  <a:pt x="13281" y="6219"/>
                  <a:pt x="13389" y="5549"/>
                  <a:pt x="13363" y="4967"/>
                </a:cubicBezTo>
                <a:cubicBezTo>
                  <a:pt x="13317" y="4025"/>
                  <a:pt x="13273" y="2963"/>
                  <a:pt x="12996" y="2048"/>
                </a:cubicBezTo>
                <a:cubicBezTo>
                  <a:pt x="12757" y="1258"/>
                  <a:pt x="12269" y="507"/>
                  <a:pt x="11572" y="185"/>
                </a:cubicBezTo>
                <a:cubicBezTo>
                  <a:pt x="11287" y="53"/>
                  <a:pt x="10991" y="0"/>
                  <a:pt x="10691" y="0"/>
                </a:cubicBezTo>
                <a:close/>
              </a:path>
            </a:pathLst>
          </a:custGeom>
          <a:solidFill>
            <a:srgbClr val="138808">
              <a:alpha val="24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33"/>
          <p:cNvSpPr txBox="1">
            <a:spLocks noGrp="1"/>
          </p:cNvSpPr>
          <p:nvPr>
            <p:ph type="ctrTitle"/>
          </p:nvPr>
        </p:nvSpPr>
        <p:spPr>
          <a:xfrm>
            <a:off x="4286251" y="1640100"/>
            <a:ext cx="4713329" cy="121610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solidFill>
                  <a:srgbClr val="302F2F"/>
                </a:solidFill>
              </a:rPr>
              <a:t>PROJECT BASARAT</a:t>
            </a:r>
            <a:endParaRPr sz="6000" dirty="0">
              <a:solidFill>
                <a:srgbClr val="302F2F"/>
              </a:solidFill>
            </a:endParaRPr>
          </a:p>
        </p:txBody>
      </p:sp>
      <p:sp>
        <p:nvSpPr>
          <p:cNvPr id="371" name="Google Shape;371;p33"/>
          <p:cNvSpPr txBox="1">
            <a:spLocks noGrp="1"/>
          </p:cNvSpPr>
          <p:nvPr>
            <p:ph type="subTitle" idx="1"/>
          </p:nvPr>
        </p:nvSpPr>
        <p:spPr>
          <a:xfrm>
            <a:off x="4822944" y="2710108"/>
            <a:ext cx="35709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Vision Beyond Sight</a:t>
            </a:r>
            <a:endParaRPr dirty="0"/>
          </a:p>
        </p:txBody>
      </p:sp>
      <p:grpSp>
        <p:nvGrpSpPr>
          <p:cNvPr id="708" name="Google Shape;708;p33"/>
          <p:cNvGrpSpPr/>
          <p:nvPr/>
        </p:nvGrpSpPr>
        <p:grpSpPr>
          <a:xfrm>
            <a:off x="6499509" y="3381521"/>
            <a:ext cx="300770" cy="54726"/>
            <a:chOff x="4770650" y="685575"/>
            <a:chExt cx="158250" cy="28800"/>
          </a:xfrm>
        </p:grpSpPr>
        <p:sp>
          <p:nvSpPr>
            <p:cNvPr id="709" name="Google Shape;709;p33"/>
            <p:cNvSpPr/>
            <p:nvPr/>
          </p:nvSpPr>
          <p:spPr>
            <a:xfrm>
              <a:off x="477065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3"/>
            <p:cNvSpPr/>
            <p:nvPr/>
          </p:nvSpPr>
          <p:spPr>
            <a:xfrm>
              <a:off x="4835375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3"/>
            <p:cNvSpPr/>
            <p:nvPr/>
          </p:nvSpPr>
          <p:spPr>
            <a:xfrm>
              <a:off x="490010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2" name="Google Shape;712;p33"/>
          <p:cNvGrpSpPr/>
          <p:nvPr/>
        </p:nvGrpSpPr>
        <p:grpSpPr>
          <a:xfrm>
            <a:off x="5092229" y="-180802"/>
            <a:ext cx="5253816" cy="1622108"/>
            <a:chOff x="5092229" y="-180802"/>
            <a:chExt cx="5253816" cy="1622108"/>
          </a:xfrm>
        </p:grpSpPr>
        <p:sp>
          <p:nvSpPr>
            <p:cNvPr id="713" name="Google Shape;713;p33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3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3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3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3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3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3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avLst/>
              <a:gdLst/>
              <a:ahLst/>
              <a:cxnLst/>
              <a:rect l="l" t="t" r="r" b="b"/>
              <a:pathLst>
                <a:path w="2203" h="18597" extrusionOk="0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3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avLst/>
              <a:gdLst/>
              <a:ahLst/>
              <a:cxnLst/>
              <a:rect l="l" t="t" r="r" b="b"/>
              <a:pathLst>
                <a:path w="652" h="653" extrusionOk="0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3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avLst/>
              <a:gdLst/>
              <a:ahLst/>
              <a:cxnLst/>
              <a:rect l="l" t="t" r="r" b="b"/>
              <a:pathLst>
                <a:path w="2545" h="15154" extrusionOk="0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3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avLst/>
              <a:gdLst/>
              <a:ahLst/>
              <a:cxnLst/>
              <a:rect l="l" t="t" r="r" b="b"/>
              <a:pathLst>
                <a:path w="622" h="621" extrusionOk="0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3" name="Google Shape;723;p33"/>
          <p:cNvGrpSpPr/>
          <p:nvPr/>
        </p:nvGrpSpPr>
        <p:grpSpPr>
          <a:xfrm>
            <a:off x="5896679" y="4154157"/>
            <a:ext cx="5053091" cy="435777"/>
            <a:chOff x="5896679" y="4472082"/>
            <a:chExt cx="5053091" cy="435777"/>
          </a:xfrm>
        </p:grpSpPr>
        <p:grpSp>
          <p:nvGrpSpPr>
            <p:cNvPr id="724" name="Google Shape;724;p33"/>
            <p:cNvGrpSpPr/>
            <p:nvPr/>
          </p:nvGrpSpPr>
          <p:grpSpPr>
            <a:xfrm rot="-5400000" flipH="1">
              <a:off x="7373411" y="2995351"/>
              <a:ext cx="435777" cy="3389240"/>
              <a:chOff x="4566275" y="2563884"/>
              <a:chExt cx="61675" cy="479675"/>
            </a:xfrm>
          </p:grpSpPr>
          <p:sp>
            <p:nvSpPr>
              <p:cNvPr id="725" name="Google Shape;725;p33"/>
              <p:cNvSpPr/>
              <p:nvPr/>
            </p:nvSpPr>
            <p:spPr>
              <a:xfrm>
                <a:off x="4566275" y="2578634"/>
                <a:ext cx="55075" cy="464925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8597" extrusionOk="0">
                    <a:moveTo>
                      <a:pt x="2094" y="0"/>
                    </a:moveTo>
                    <a:lnTo>
                      <a:pt x="2094" y="8096"/>
                    </a:lnTo>
                    <a:lnTo>
                      <a:pt x="0" y="12005"/>
                    </a:lnTo>
                    <a:lnTo>
                      <a:pt x="0" y="18596"/>
                    </a:lnTo>
                    <a:lnTo>
                      <a:pt x="109" y="18596"/>
                    </a:lnTo>
                    <a:lnTo>
                      <a:pt x="109" y="12051"/>
                    </a:lnTo>
                    <a:lnTo>
                      <a:pt x="2203" y="8112"/>
                    </a:lnTo>
                    <a:lnTo>
                      <a:pt x="22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33"/>
              <p:cNvSpPr/>
              <p:nvPr/>
            </p:nvSpPr>
            <p:spPr>
              <a:xfrm>
                <a:off x="4611650" y="2563884"/>
                <a:ext cx="16300" cy="16325"/>
              </a:xfrm>
              <a:custGeom>
                <a:avLst/>
                <a:gdLst/>
                <a:ahLst/>
                <a:cxnLst/>
                <a:rect l="l" t="t" r="r" b="b"/>
                <a:pathLst>
                  <a:path w="652" h="653" extrusionOk="0">
                    <a:moveTo>
                      <a:pt x="326" y="109"/>
                    </a:moveTo>
                    <a:cubicBezTo>
                      <a:pt x="465" y="109"/>
                      <a:pt x="558" y="202"/>
                      <a:pt x="558" y="342"/>
                    </a:cubicBezTo>
                    <a:cubicBezTo>
                      <a:pt x="558" y="482"/>
                      <a:pt x="465" y="575"/>
                      <a:pt x="326" y="575"/>
                    </a:cubicBezTo>
                    <a:cubicBezTo>
                      <a:pt x="186" y="575"/>
                      <a:pt x="93" y="466"/>
                      <a:pt x="93" y="342"/>
                    </a:cubicBezTo>
                    <a:cubicBezTo>
                      <a:pt x="93" y="202"/>
                      <a:pt x="202" y="109"/>
                      <a:pt x="326" y="109"/>
                    </a:cubicBezTo>
                    <a:close/>
                    <a:moveTo>
                      <a:pt x="326" y="1"/>
                    </a:moveTo>
                    <a:cubicBezTo>
                      <a:pt x="124" y="1"/>
                      <a:pt x="0" y="156"/>
                      <a:pt x="0" y="327"/>
                    </a:cubicBezTo>
                    <a:cubicBezTo>
                      <a:pt x="0" y="513"/>
                      <a:pt x="155" y="652"/>
                      <a:pt x="326" y="652"/>
                    </a:cubicBezTo>
                    <a:cubicBezTo>
                      <a:pt x="496" y="652"/>
                      <a:pt x="651" y="513"/>
                      <a:pt x="651" y="327"/>
                    </a:cubicBezTo>
                    <a:cubicBezTo>
                      <a:pt x="651" y="125"/>
                      <a:pt x="496" y="1"/>
                      <a:pt x="3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7" name="Google Shape;727;p33"/>
            <p:cNvGrpSpPr/>
            <p:nvPr/>
          </p:nvGrpSpPr>
          <p:grpSpPr>
            <a:xfrm rot="-5400000">
              <a:off x="8886321" y="3688564"/>
              <a:ext cx="109695" cy="2328855"/>
              <a:chOff x="4541850" y="2791375"/>
              <a:chExt cx="15525" cy="329600"/>
            </a:xfrm>
          </p:grpSpPr>
          <p:sp>
            <p:nvSpPr>
              <p:cNvPr id="728" name="Google Shape;728;p33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610" extrusionOk="0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33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1" extrusionOk="0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0" name="Google Shape;730;p33"/>
            <p:cNvGrpSpPr/>
            <p:nvPr/>
          </p:nvGrpSpPr>
          <p:grpSpPr>
            <a:xfrm rot="-5400000">
              <a:off x="9730496" y="3525526"/>
              <a:ext cx="109695" cy="2328855"/>
              <a:chOff x="4541850" y="2791375"/>
              <a:chExt cx="15525" cy="329600"/>
            </a:xfrm>
          </p:grpSpPr>
          <p:sp>
            <p:nvSpPr>
              <p:cNvPr id="731" name="Google Shape;731;p33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610" extrusionOk="0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33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1" extrusionOk="0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Picture 2" descr="A close up of sunglasses&#10;&#10;Description automatically generated">
            <a:extLst>
              <a:ext uri="{FF2B5EF4-FFF2-40B4-BE49-F238E27FC236}">
                <a16:creationId xmlns:a16="http://schemas.microsoft.com/office/drawing/2014/main" id="{B26CC7A8-7C55-3A04-608D-A3D2B623D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27950">
            <a:off x="-157111" y="-25284"/>
            <a:ext cx="5143500" cy="5143500"/>
          </a:xfrm>
          <a:prstGeom prst="rect">
            <a:avLst/>
          </a:prstGeom>
          <a:effectLst>
            <a:outerShdw blurRad="292100" dist="304800" dir="5400000" sx="85000" sy="85000" algn="ctr" rotWithShape="0">
              <a:srgbClr val="000000"/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36"/>
          <p:cNvSpPr/>
          <p:nvPr/>
        </p:nvSpPr>
        <p:spPr>
          <a:xfrm rot="3692070">
            <a:off x="4704650" y="467700"/>
            <a:ext cx="4192239" cy="4677783"/>
          </a:xfrm>
          <a:custGeom>
            <a:avLst/>
            <a:gdLst/>
            <a:ahLst/>
            <a:cxnLst/>
            <a:rect l="l" t="t" r="r" b="b"/>
            <a:pathLst>
              <a:path w="33019" h="29557" extrusionOk="0">
                <a:moveTo>
                  <a:pt x="10707" y="1"/>
                </a:moveTo>
                <a:cubicBezTo>
                  <a:pt x="10157" y="1"/>
                  <a:pt x="9610" y="45"/>
                  <a:pt x="9071" y="146"/>
                </a:cubicBezTo>
                <a:cubicBezTo>
                  <a:pt x="6434" y="644"/>
                  <a:pt x="3984" y="2506"/>
                  <a:pt x="2379" y="4958"/>
                </a:cubicBezTo>
                <a:cubicBezTo>
                  <a:pt x="776" y="7410"/>
                  <a:pt x="1" y="10452"/>
                  <a:pt x="517" y="13180"/>
                </a:cubicBezTo>
                <a:cubicBezTo>
                  <a:pt x="1052" y="15927"/>
                  <a:pt x="2895" y="18360"/>
                  <a:pt x="4942" y="20057"/>
                </a:cubicBezTo>
                <a:cubicBezTo>
                  <a:pt x="6988" y="21734"/>
                  <a:pt x="9255" y="22674"/>
                  <a:pt x="11357" y="24444"/>
                </a:cubicBezTo>
                <a:cubicBezTo>
                  <a:pt x="13477" y="26213"/>
                  <a:pt x="15412" y="28831"/>
                  <a:pt x="17717" y="29421"/>
                </a:cubicBezTo>
                <a:cubicBezTo>
                  <a:pt x="18072" y="29513"/>
                  <a:pt x="18436" y="29556"/>
                  <a:pt x="18804" y="29556"/>
                </a:cubicBezTo>
                <a:cubicBezTo>
                  <a:pt x="20802" y="29556"/>
                  <a:pt x="22912" y="28285"/>
                  <a:pt x="24390" y="26619"/>
                </a:cubicBezTo>
                <a:cubicBezTo>
                  <a:pt x="26160" y="24646"/>
                  <a:pt x="27064" y="22120"/>
                  <a:pt x="28686" y="19853"/>
                </a:cubicBezTo>
                <a:cubicBezTo>
                  <a:pt x="30308" y="17568"/>
                  <a:pt x="32650" y="15539"/>
                  <a:pt x="32834" y="13382"/>
                </a:cubicBezTo>
                <a:cubicBezTo>
                  <a:pt x="33019" y="11226"/>
                  <a:pt x="31064" y="8977"/>
                  <a:pt x="29166" y="7189"/>
                </a:cubicBezTo>
                <a:cubicBezTo>
                  <a:pt x="27266" y="5382"/>
                  <a:pt x="25423" y="4054"/>
                  <a:pt x="23468" y="3169"/>
                </a:cubicBezTo>
                <a:cubicBezTo>
                  <a:pt x="21515" y="2285"/>
                  <a:pt x="19450" y="1842"/>
                  <a:pt x="16980" y="1179"/>
                </a:cubicBezTo>
                <a:cubicBezTo>
                  <a:pt x="15029" y="666"/>
                  <a:pt x="12845" y="1"/>
                  <a:pt x="10707" y="1"/>
                </a:cubicBezTo>
                <a:close/>
              </a:path>
            </a:pathLst>
          </a:custGeom>
          <a:solidFill>
            <a:srgbClr val="138808">
              <a:alpha val="126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2" name="Google Shape;1022;p36"/>
          <p:cNvSpPr txBox="1">
            <a:spLocks noGrp="1"/>
          </p:cNvSpPr>
          <p:nvPr>
            <p:ph type="title"/>
          </p:nvPr>
        </p:nvSpPr>
        <p:spPr>
          <a:xfrm>
            <a:off x="537300" y="1053516"/>
            <a:ext cx="3720900" cy="14538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dirty="0">
                <a:latin typeface="Teko"/>
                <a:ea typeface="Teko"/>
                <a:cs typeface="Teko"/>
                <a:sym typeface="Teko"/>
              </a:rPr>
              <a:t>The Challenge Of Visual Impairment</a:t>
            </a:r>
            <a:endParaRPr dirty="0"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1023" name="Google Shape;1023;p36"/>
          <p:cNvSpPr txBox="1">
            <a:spLocks noGrp="1"/>
          </p:cNvSpPr>
          <p:nvPr>
            <p:ph type="subTitle" idx="1"/>
          </p:nvPr>
        </p:nvSpPr>
        <p:spPr>
          <a:xfrm>
            <a:off x="537300" y="2571750"/>
            <a:ext cx="37209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Imagine yourself buying your favorite chocolate at a supermarket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Now imagine yourself doing the same with your eyes closed!</a:t>
            </a:r>
            <a:endParaRPr dirty="0"/>
          </a:p>
        </p:txBody>
      </p:sp>
      <p:grpSp>
        <p:nvGrpSpPr>
          <p:cNvPr id="1029" name="Google Shape;1029;p36"/>
          <p:cNvGrpSpPr/>
          <p:nvPr/>
        </p:nvGrpSpPr>
        <p:grpSpPr>
          <a:xfrm>
            <a:off x="2425173" y="4245367"/>
            <a:ext cx="300770" cy="54726"/>
            <a:chOff x="4770650" y="685575"/>
            <a:chExt cx="158250" cy="28800"/>
          </a:xfrm>
        </p:grpSpPr>
        <p:sp>
          <p:nvSpPr>
            <p:cNvPr id="1030" name="Google Shape;1030;p36"/>
            <p:cNvSpPr/>
            <p:nvPr/>
          </p:nvSpPr>
          <p:spPr>
            <a:xfrm>
              <a:off x="477065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6"/>
            <p:cNvSpPr/>
            <p:nvPr/>
          </p:nvSpPr>
          <p:spPr>
            <a:xfrm>
              <a:off x="4835375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6"/>
            <p:cNvSpPr/>
            <p:nvPr/>
          </p:nvSpPr>
          <p:spPr>
            <a:xfrm>
              <a:off x="490010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3" name="Google Shape;1033;p36"/>
          <p:cNvGrpSpPr/>
          <p:nvPr/>
        </p:nvGrpSpPr>
        <p:grpSpPr>
          <a:xfrm rot="10800000">
            <a:off x="-1234832" y="84756"/>
            <a:ext cx="4210803" cy="748080"/>
            <a:chOff x="6135243" y="693226"/>
            <a:chExt cx="4210803" cy="748080"/>
          </a:xfrm>
        </p:grpSpPr>
        <p:sp>
          <p:nvSpPr>
            <p:cNvPr id="1034" name="Google Shape;1034;p36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6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6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6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 descr="A person pushing a shopping cart&#10;&#10;Description automatically generated">
            <a:extLst>
              <a:ext uri="{FF2B5EF4-FFF2-40B4-BE49-F238E27FC236}">
                <a16:creationId xmlns:a16="http://schemas.microsoft.com/office/drawing/2014/main" id="{56DC480E-61CC-7C97-3896-05BF425C7F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26479" y="0"/>
            <a:ext cx="5347600" cy="534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4">
          <a:extLst>
            <a:ext uri="{FF2B5EF4-FFF2-40B4-BE49-F238E27FC236}">
              <a16:creationId xmlns:a16="http://schemas.microsoft.com/office/drawing/2014/main" id="{34016B93-112B-8D70-E53D-C2B3AC42A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p50">
            <a:extLst>
              <a:ext uri="{FF2B5EF4-FFF2-40B4-BE49-F238E27FC236}">
                <a16:creationId xmlns:a16="http://schemas.microsoft.com/office/drawing/2014/main" id="{E6A6F6FF-48A2-EC98-4119-6754086D5DD5}"/>
              </a:ext>
            </a:extLst>
          </p:cNvPr>
          <p:cNvSpPr/>
          <p:nvPr/>
        </p:nvSpPr>
        <p:spPr>
          <a:xfrm>
            <a:off x="468450" y="401525"/>
            <a:ext cx="4397799" cy="3813184"/>
          </a:xfrm>
          <a:custGeom>
            <a:avLst/>
            <a:gdLst/>
            <a:ahLst/>
            <a:cxnLst/>
            <a:rect l="l" t="t" r="r" b="b"/>
            <a:pathLst>
              <a:path w="16332" h="10505" extrusionOk="0">
                <a:moveTo>
                  <a:pt x="6908" y="0"/>
                </a:moveTo>
                <a:cubicBezTo>
                  <a:pt x="6129" y="0"/>
                  <a:pt x="5349" y="114"/>
                  <a:pt x="4603" y="342"/>
                </a:cubicBezTo>
                <a:cubicBezTo>
                  <a:pt x="3960" y="539"/>
                  <a:pt x="3333" y="824"/>
                  <a:pt x="2830" y="1273"/>
                </a:cubicBezTo>
                <a:cubicBezTo>
                  <a:pt x="2336" y="1711"/>
                  <a:pt x="1984" y="2283"/>
                  <a:pt x="1639" y="2845"/>
                </a:cubicBezTo>
                <a:cubicBezTo>
                  <a:pt x="1000" y="3884"/>
                  <a:pt x="348" y="4964"/>
                  <a:pt x="193" y="6177"/>
                </a:cubicBezTo>
                <a:cubicBezTo>
                  <a:pt x="1" y="7666"/>
                  <a:pt x="582" y="9136"/>
                  <a:pt x="1194" y="10505"/>
                </a:cubicBezTo>
                <a:lnTo>
                  <a:pt x="15575" y="10432"/>
                </a:lnTo>
                <a:cubicBezTo>
                  <a:pt x="15634" y="9412"/>
                  <a:pt x="15877" y="8413"/>
                  <a:pt x="16052" y="7407"/>
                </a:cubicBezTo>
                <a:cubicBezTo>
                  <a:pt x="16226" y="6400"/>
                  <a:pt x="16332" y="5360"/>
                  <a:pt x="16116" y="4361"/>
                </a:cubicBezTo>
                <a:cubicBezTo>
                  <a:pt x="15901" y="3363"/>
                  <a:pt x="15320" y="2403"/>
                  <a:pt x="14418" y="1945"/>
                </a:cubicBezTo>
                <a:cubicBezTo>
                  <a:pt x="13647" y="1553"/>
                  <a:pt x="12744" y="1563"/>
                  <a:pt x="11908" y="1353"/>
                </a:cubicBezTo>
                <a:cubicBezTo>
                  <a:pt x="11103" y="1151"/>
                  <a:pt x="10363" y="745"/>
                  <a:pt x="9583" y="464"/>
                </a:cubicBezTo>
                <a:cubicBezTo>
                  <a:pt x="8727" y="155"/>
                  <a:pt x="7817" y="0"/>
                  <a:pt x="6908" y="0"/>
                </a:cubicBezTo>
                <a:close/>
              </a:path>
            </a:pathLst>
          </a:custGeom>
          <a:solidFill>
            <a:srgbClr val="FF9933">
              <a:alpha val="384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6" name="Google Shape;2576;p50">
            <a:extLst>
              <a:ext uri="{FF2B5EF4-FFF2-40B4-BE49-F238E27FC236}">
                <a16:creationId xmlns:a16="http://schemas.microsoft.com/office/drawing/2014/main" id="{CA6F9984-EB1D-C829-C175-37210E4C95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50450" y="1558475"/>
            <a:ext cx="2978400" cy="15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1.2M</a:t>
            </a:r>
            <a:endParaRPr dirty="0"/>
          </a:p>
        </p:txBody>
      </p:sp>
      <p:sp>
        <p:nvSpPr>
          <p:cNvPr id="2577" name="Google Shape;2577;p50">
            <a:extLst>
              <a:ext uri="{FF2B5EF4-FFF2-40B4-BE49-F238E27FC236}">
                <a16:creationId xmlns:a16="http://schemas.microsoft.com/office/drawing/2014/main" id="{062C83E4-2169-0744-5720-E9006A169B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50493" y="3069625"/>
            <a:ext cx="2978400" cy="7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People in Pakistan face this issue everyday</a:t>
            </a:r>
            <a:endParaRPr dirty="0"/>
          </a:p>
        </p:txBody>
      </p:sp>
      <p:grpSp>
        <p:nvGrpSpPr>
          <p:cNvPr id="2777" name="Google Shape;2777;p50">
            <a:extLst>
              <a:ext uri="{FF2B5EF4-FFF2-40B4-BE49-F238E27FC236}">
                <a16:creationId xmlns:a16="http://schemas.microsoft.com/office/drawing/2014/main" id="{356A27DD-72D4-D77A-A6F0-B5B8A5FAF1F6}"/>
              </a:ext>
            </a:extLst>
          </p:cNvPr>
          <p:cNvGrpSpPr/>
          <p:nvPr/>
        </p:nvGrpSpPr>
        <p:grpSpPr>
          <a:xfrm>
            <a:off x="6789260" y="4055317"/>
            <a:ext cx="300770" cy="54726"/>
            <a:chOff x="4770650" y="685575"/>
            <a:chExt cx="158250" cy="28800"/>
          </a:xfrm>
        </p:grpSpPr>
        <p:sp>
          <p:nvSpPr>
            <p:cNvPr id="2778" name="Google Shape;2778;p50">
              <a:extLst>
                <a:ext uri="{FF2B5EF4-FFF2-40B4-BE49-F238E27FC236}">
                  <a16:creationId xmlns:a16="http://schemas.microsoft.com/office/drawing/2014/main" id="{8242F9B9-B8D6-25B8-9FF8-D92FC51F1EDC}"/>
                </a:ext>
              </a:extLst>
            </p:cNvPr>
            <p:cNvSpPr/>
            <p:nvPr/>
          </p:nvSpPr>
          <p:spPr>
            <a:xfrm>
              <a:off x="477065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50">
              <a:extLst>
                <a:ext uri="{FF2B5EF4-FFF2-40B4-BE49-F238E27FC236}">
                  <a16:creationId xmlns:a16="http://schemas.microsoft.com/office/drawing/2014/main" id="{90BB5BE8-D49B-65C0-4034-956927BCBD01}"/>
                </a:ext>
              </a:extLst>
            </p:cNvPr>
            <p:cNvSpPr/>
            <p:nvPr/>
          </p:nvSpPr>
          <p:spPr>
            <a:xfrm>
              <a:off x="4835375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50">
              <a:extLst>
                <a:ext uri="{FF2B5EF4-FFF2-40B4-BE49-F238E27FC236}">
                  <a16:creationId xmlns:a16="http://schemas.microsoft.com/office/drawing/2014/main" id="{530C031E-7ECE-D895-777F-2F5B3366D043}"/>
                </a:ext>
              </a:extLst>
            </p:cNvPr>
            <p:cNvSpPr/>
            <p:nvPr/>
          </p:nvSpPr>
          <p:spPr>
            <a:xfrm>
              <a:off x="490010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6" name="Picture 2" descr="Blind woman with sunglasses and cane walking">
            <a:extLst>
              <a:ext uri="{FF2B5EF4-FFF2-40B4-BE49-F238E27FC236}">
                <a16:creationId xmlns:a16="http://schemas.microsoft.com/office/drawing/2014/main" id="{B2F583C6-DE36-E774-0C2B-ED25117B5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6400" y="-803450"/>
            <a:ext cx="6750399" cy="6750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E1D4A5-F3FC-EF58-4521-6FCBFD759F60}"/>
              </a:ext>
            </a:extLst>
          </p:cNvPr>
          <p:cNvSpPr txBox="1"/>
          <p:nvPr/>
        </p:nvSpPr>
        <p:spPr>
          <a:xfrm>
            <a:off x="9612" y="4919320"/>
            <a:ext cx="67601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Reference: </a:t>
            </a:r>
            <a:r>
              <a:rPr lang="en-US" sz="700" b="1" i="0" dirty="0">
                <a:solidFill>
                  <a:srgbClr val="202020"/>
                </a:solidFill>
                <a:effectLst/>
                <a:latin typeface="Open Sans" panose="020F0502020204030204" pitchFamily="34" charset="0"/>
              </a:rPr>
              <a:t>A comprehensive study capturing vision loss burden in Pakistan (1990-2025): Findings from the Global Burden of Disease (GBD) 2017 study</a:t>
            </a:r>
          </a:p>
          <a:p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935726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37"/>
          <p:cNvSpPr/>
          <p:nvPr/>
        </p:nvSpPr>
        <p:spPr>
          <a:xfrm rot="867070">
            <a:off x="84868" y="313652"/>
            <a:ext cx="4896751" cy="4292248"/>
          </a:xfrm>
          <a:custGeom>
            <a:avLst/>
            <a:gdLst/>
            <a:ahLst/>
            <a:cxnLst/>
            <a:rect l="l" t="t" r="r" b="b"/>
            <a:pathLst>
              <a:path w="21945" h="19665" extrusionOk="0">
                <a:moveTo>
                  <a:pt x="9272" y="1"/>
                </a:moveTo>
                <a:cubicBezTo>
                  <a:pt x="7085" y="1"/>
                  <a:pt x="4953" y="1214"/>
                  <a:pt x="3395" y="2660"/>
                </a:cubicBezTo>
                <a:cubicBezTo>
                  <a:pt x="723" y="5136"/>
                  <a:pt x="0" y="9185"/>
                  <a:pt x="830" y="12616"/>
                </a:cubicBezTo>
                <a:cubicBezTo>
                  <a:pt x="1081" y="13652"/>
                  <a:pt x="1494" y="14649"/>
                  <a:pt x="2059" y="15552"/>
                </a:cubicBezTo>
                <a:cubicBezTo>
                  <a:pt x="2452" y="16178"/>
                  <a:pt x="2910" y="16730"/>
                  <a:pt x="3426" y="17212"/>
                </a:cubicBezTo>
                <a:cubicBezTo>
                  <a:pt x="4663" y="18367"/>
                  <a:pt x="6240" y="19106"/>
                  <a:pt x="7900" y="19411"/>
                </a:cubicBezTo>
                <a:cubicBezTo>
                  <a:pt x="8755" y="19568"/>
                  <a:pt x="9609" y="19665"/>
                  <a:pt x="10459" y="19665"/>
                </a:cubicBezTo>
                <a:cubicBezTo>
                  <a:pt x="11298" y="19665"/>
                  <a:pt x="12135" y="19570"/>
                  <a:pt x="12966" y="19346"/>
                </a:cubicBezTo>
                <a:cubicBezTo>
                  <a:pt x="14757" y="18862"/>
                  <a:pt x="16474" y="18073"/>
                  <a:pt x="17976" y="16980"/>
                </a:cubicBezTo>
                <a:cubicBezTo>
                  <a:pt x="19776" y="15671"/>
                  <a:pt x="21112" y="14222"/>
                  <a:pt x="21562" y="11988"/>
                </a:cubicBezTo>
                <a:cubicBezTo>
                  <a:pt x="21944" y="10081"/>
                  <a:pt x="21461" y="8128"/>
                  <a:pt x="19924" y="6861"/>
                </a:cubicBezTo>
                <a:cubicBezTo>
                  <a:pt x="18963" y="6067"/>
                  <a:pt x="17745" y="5718"/>
                  <a:pt x="16561" y="5415"/>
                </a:cubicBezTo>
                <a:cubicBezTo>
                  <a:pt x="15584" y="5165"/>
                  <a:pt x="14316" y="5000"/>
                  <a:pt x="13657" y="4155"/>
                </a:cubicBezTo>
                <a:cubicBezTo>
                  <a:pt x="12824" y="3087"/>
                  <a:pt x="12975" y="1552"/>
                  <a:pt x="11836" y="719"/>
                </a:cubicBezTo>
                <a:cubicBezTo>
                  <a:pt x="11280" y="311"/>
                  <a:pt x="10595" y="113"/>
                  <a:pt x="9911" y="36"/>
                </a:cubicBezTo>
                <a:cubicBezTo>
                  <a:pt x="9698" y="12"/>
                  <a:pt x="9485" y="1"/>
                  <a:pt x="9272" y="1"/>
                </a:cubicBezTo>
                <a:close/>
              </a:path>
            </a:pathLst>
          </a:custGeom>
          <a:solidFill>
            <a:srgbClr val="138808">
              <a:alpha val="24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37"/>
          <p:cNvSpPr txBox="1">
            <a:spLocks noGrp="1"/>
          </p:cNvSpPr>
          <p:nvPr>
            <p:ph type="title"/>
          </p:nvPr>
        </p:nvSpPr>
        <p:spPr>
          <a:xfrm>
            <a:off x="5019256" y="1525966"/>
            <a:ext cx="3382200" cy="93176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Smart Glasses</a:t>
            </a:r>
            <a:endParaRPr dirty="0"/>
          </a:p>
        </p:txBody>
      </p:sp>
      <p:sp>
        <p:nvSpPr>
          <p:cNvPr id="1045" name="Google Shape;1045;p37"/>
          <p:cNvSpPr txBox="1">
            <a:spLocks noGrp="1"/>
          </p:cNvSpPr>
          <p:nvPr>
            <p:ph type="subTitle" idx="1"/>
          </p:nvPr>
        </p:nvSpPr>
        <p:spPr>
          <a:xfrm>
            <a:off x="5046622" y="2571750"/>
            <a:ext cx="3382200" cy="15772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AI-powered glasses enabling vision beyond sight.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Audio feedback describes surroundings and reads text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Reduces dependence, enhances life quality.</a:t>
            </a: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365" name="Google Shape;1365;p37"/>
          <p:cNvGrpSpPr/>
          <p:nvPr/>
        </p:nvGrpSpPr>
        <p:grpSpPr>
          <a:xfrm>
            <a:off x="6587340" y="4253004"/>
            <a:ext cx="300770" cy="54726"/>
            <a:chOff x="4770650" y="685575"/>
            <a:chExt cx="158250" cy="28800"/>
          </a:xfrm>
        </p:grpSpPr>
        <p:sp>
          <p:nvSpPr>
            <p:cNvPr id="1366" name="Google Shape;1366;p37"/>
            <p:cNvSpPr/>
            <p:nvPr/>
          </p:nvSpPr>
          <p:spPr>
            <a:xfrm>
              <a:off x="477065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7"/>
            <p:cNvSpPr/>
            <p:nvPr/>
          </p:nvSpPr>
          <p:spPr>
            <a:xfrm>
              <a:off x="4835375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7"/>
            <p:cNvSpPr/>
            <p:nvPr/>
          </p:nvSpPr>
          <p:spPr>
            <a:xfrm>
              <a:off x="490010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37"/>
          <p:cNvGrpSpPr/>
          <p:nvPr/>
        </p:nvGrpSpPr>
        <p:grpSpPr>
          <a:xfrm rot="10800000" flipH="1">
            <a:off x="6323493" y="404394"/>
            <a:ext cx="4210803" cy="748080"/>
            <a:chOff x="6135243" y="693226"/>
            <a:chExt cx="4210803" cy="748080"/>
          </a:xfrm>
        </p:grpSpPr>
        <p:sp>
          <p:nvSpPr>
            <p:cNvPr id="1370" name="Google Shape;1370;p37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7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37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37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A8DCB2EE-C434-17BE-FDCD-AAAB2434B81F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5765410" y="994528"/>
            <a:ext cx="1944625" cy="579762"/>
          </a:xfrm>
        </p:spPr>
        <p:txBody>
          <a:bodyPr/>
          <a:lstStyle/>
          <a:p>
            <a:r>
              <a:rPr lang="en-US" dirty="0"/>
              <a:t>BASARAT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1B38E-6D53-E83F-4EC1-546C293DFD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2564" r="91495">
                        <a14:foregroundMark x1="90932" y1="22000" x2="91557" y2="33167"/>
                        <a14:foregroundMark x1="91557" y1="33167" x2="90932" y2="36583"/>
                        <a14:foregroundMark x1="10006" y1="40750" x2="2564" y2="35333"/>
                        <a14:backgroundMark x1="3064" y1="41250" x2="3064" y2="41250"/>
                        <a14:backgroundMark x1="73671" y1="16000" x2="68293" y2="16167"/>
                        <a14:backgroundMark x1="73921" y1="15583" x2="67605" y2="16333"/>
                        <a14:backgroundMark x1="68668" y1="16583" x2="72858" y2="1641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07178" y="1182070"/>
            <a:ext cx="4270038" cy="32045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p45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Affordable Innovation for All</a:t>
            </a:r>
            <a:endParaRPr dirty="0"/>
          </a:p>
        </p:txBody>
      </p:sp>
      <p:grpSp>
        <p:nvGrpSpPr>
          <p:cNvPr id="1756" name="Google Shape;1756;p45"/>
          <p:cNvGrpSpPr/>
          <p:nvPr/>
        </p:nvGrpSpPr>
        <p:grpSpPr>
          <a:xfrm rot="10800000" flipH="1">
            <a:off x="4863629" y="-485602"/>
            <a:ext cx="5253816" cy="1622108"/>
            <a:chOff x="5092229" y="-180802"/>
            <a:chExt cx="5253816" cy="1622108"/>
          </a:xfrm>
        </p:grpSpPr>
        <p:sp>
          <p:nvSpPr>
            <p:cNvPr id="1757" name="Google Shape;1757;p45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5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5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45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45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5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5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avLst/>
              <a:gdLst/>
              <a:ahLst/>
              <a:cxnLst/>
              <a:rect l="l" t="t" r="r" b="b"/>
              <a:pathLst>
                <a:path w="2203" h="18597" extrusionOk="0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5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avLst/>
              <a:gdLst/>
              <a:ahLst/>
              <a:cxnLst/>
              <a:rect l="l" t="t" r="r" b="b"/>
              <a:pathLst>
                <a:path w="652" h="653" extrusionOk="0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5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avLst/>
              <a:gdLst/>
              <a:ahLst/>
              <a:cxnLst/>
              <a:rect l="l" t="t" r="r" b="b"/>
              <a:pathLst>
                <a:path w="2545" h="15154" extrusionOk="0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5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avLst/>
              <a:gdLst/>
              <a:ahLst/>
              <a:cxnLst/>
              <a:rect l="l" t="t" r="r" b="b"/>
              <a:pathLst>
                <a:path w="622" h="621" extrusionOk="0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7" name="Google Shape;1767;p45"/>
          <p:cNvSpPr txBox="1">
            <a:spLocks noGrp="1"/>
          </p:cNvSpPr>
          <p:nvPr>
            <p:ph type="subTitle" idx="4294967295"/>
          </p:nvPr>
        </p:nvSpPr>
        <p:spPr>
          <a:xfrm>
            <a:off x="673946" y="2743549"/>
            <a:ext cx="1960800" cy="10209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Affordable for everyone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Designed for low-income users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Estimated cost to build: </a:t>
            </a:r>
            <a:r>
              <a:rPr lang="en-US" b="1" dirty="0"/>
              <a:t>5,000 PKR</a:t>
            </a:r>
            <a:endParaRPr dirty="0"/>
          </a:p>
        </p:txBody>
      </p:sp>
      <p:sp>
        <p:nvSpPr>
          <p:cNvPr id="1768" name="Google Shape;1768;p45"/>
          <p:cNvSpPr txBox="1">
            <a:spLocks noGrp="1"/>
          </p:cNvSpPr>
          <p:nvPr>
            <p:ph type="subTitle" idx="4294967295"/>
          </p:nvPr>
        </p:nvSpPr>
        <p:spPr>
          <a:xfrm>
            <a:off x="6115284" y="2743549"/>
            <a:ext cx="2097885" cy="15420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dirty="0"/>
              <a:t>Looks like normal sunglasses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No tech expertise needed.</a:t>
            </a:r>
            <a:endParaRPr lang="en" dirty="0"/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dirty="0"/>
              <a:t>Simple button operation</a:t>
            </a:r>
            <a:endParaRPr dirty="0"/>
          </a:p>
        </p:txBody>
      </p:sp>
      <p:sp>
        <p:nvSpPr>
          <p:cNvPr id="1771" name="Google Shape;1771;p45"/>
          <p:cNvSpPr txBox="1">
            <a:spLocks noGrp="1"/>
          </p:cNvSpPr>
          <p:nvPr>
            <p:ph type="subTitle" idx="4294967295"/>
          </p:nvPr>
        </p:nvSpPr>
        <p:spPr>
          <a:xfrm>
            <a:off x="708598" y="1587936"/>
            <a:ext cx="1960800" cy="1020927"/>
          </a:xfrm>
          <a:prstGeom prst="rect">
            <a:avLst/>
          </a:prstGeom>
          <a:solidFill>
            <a:srgbClr val="FF9933">
              <a:alpha val="38480"/>
            </a:srgbClr>
          </a:solidFill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latin typeface="Teko"/>
                <a:ea typeface="Teko"/>
                <a:cs typeface="Teko"/>
                <a:sym typeface="Teko"/>
              </a:rPr>
              <a:t>Affordable Price</a:t>
            </a:r>
            <a:endParaRPr sz="2500" dirty="0"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1772" name="Google Shape;1772;p45"/>
          <p:cNvSpPr txBox="1">
            <a:spLocks noGrp="1"/>
          </p:cNvSpPr>
          <p:nvPr>
            <p:ph type="subTitle" idx="4294967295"/>
          </p:nvPr>
        </p:nvSpPr>
        <p:spPr>
          <a:xfrm>
            <a:off x="6252368" y="1587936"/>
            <a:ext cx="1960800" cy="1020927"/>
          </a:xfrm>
          <a:prstGeom prst="rect">
            <a:avLst/>
          </a:prstGeom>
          <a:solidFill>
            <a:srgbClr val="C6E2C3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latin typeface="Teko"/>
                <a:ea typeface="Teko"/>
                <a:cs typeface="Teko"/>
                <a:sym typeface="Teko"/>
              </a:rPr>
              <a:t>Light-weight and Intuitive</a:t>
            </a:r>
            <a:endParaRPr sz="2500" dirty="0"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1775" name="Google Shape;1775;p45"/>
          <p:cNvSpPr/>
          <p:nvPr/>
        </p:nvSpPr>
        <p:spPr>
          <a:xfrm>
            <a:off x="3684450" y="2098400"/>
            <a:ext cx="1775100" cy="1775100"/>
          </a:xfrm>
          <a:prstGeom prst="ellipse">
            <a:avLst/>
          </a:prstGeom>
          <a:solidFill>
            <a:srgbClr val="138808">
              <a:alpha val="24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94" name="Google Shape;1794;p45"/>
          <p:cNvCxnSpPr>
            <a:cxnSpLocks/>
            <a:stCxn id="1775" idx="6"/>
            <a:endCxn id="1772" idx="1"/>
          </p:cNvCxnSpPr>
          <p:nvPr/>
        </p:nvCxnSpPr>
        <p:spPr>
          <a:xfrm flipV="1">
            <a:off x="5459550" y="2098400"/>
            <a:ext cx="792818" cy="88755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6" name="Google Shape;1796;p45"/>
          <p:cNvCxnSpPr>
            <a:cxnSpLocks/>
            <a:stCxn id="1771" idx="3"/>
            <a:endCxn id="1775" idx="2"/>
          </p:cNvCxnSpPr>
          <p:nvPr/>
        </p:nvCxnSpPr>
        <p:spPr>
          <a:xfrm>
            <a:off x="2669398" y="2098400"/>
            <a:ext cx="1015052" cy="88755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Picture 2" descr="Blind woman with sunglasses and cane walking">
            <a:extLst>
              <a:ext uri="{FF2B5EF4-FFF2-40B4-BE49-F238E27FC236}">
                <a16:creationId xmlns:a16="http://schemas.microsoft.com/office/drawing/2014/main" id="{8DE2877D-1098-35F0-EADC-0D0595631F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backgroundMark x1="65974" y1="35623" x2="66294" y2="37700"/>
                        <a14:backgroundMark x1="54153" y1="61821" x2="54153" y2="61821"/>
                        <a14:backgroundMark x1="28594" y1="57029" x2="28594" y2="57029"/>
                        <a14:backgroundMark x1="57029" y1="59585" x2="55911" y2="656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826" t="17682" r="45878" b="57313"/>
          <a:stretch/>
        </p:blipFill>
        <p:spPr bwMode="auto">
          <a:xfrm>
            <a:off x="3753755" y="2057456"/>
            <a:ext cx="1636490" cy="155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5"/>
          <p:cNvSpPr txBox="1">
            <a:spLocks noGrp="1"/>
          </p:cNvSpPr>
          <p:nvPr>
            <p:ph type="title"/>
          </p:nvPr>
        </p:nvSpPr>
        <p:spPr>
          <a:xfrm>
            <a:off x="709929" y="1643396"/>
            <a:ext cx="594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762" name="Google Shape;762;p35"/>
          <p:cNvSpPr txBox="1">
            <a:spLocks noGrp="1"/>
          </p:cNvSpPr>
          <p:nvPr>
            <p:ph type="subTitle" idx="1"/>
          </p:nvPr>
        </p:nvSpPr>
        <p:spPr>
          <a:xfrm>
            <a:off x="1304529" y="2134390"/>
            <a:ext cx="2715000" cy="7688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Competition like Envision AI costs more than </a:t>
            </a:r>
            <a:r>
              <a:rPr lang="en-US" b="1" dirty="0"/>
              <a:t>700,000 PKR</a:t>
            </a:r>
            <a:endParaRPr dirty="0"/>
          </a:p>
        </p:txBody>
      </p:sp>
      <p:sp>
        <p:nvSpPr>
          <p:cNvPr id="763" name="Google Shape;763;p35"/>
          <p:cNvSpPr txBox="1">
            <a:spLocks noGrp="1"/>
          </p:cNvSpPr>
          <p:nvPr>
            <p:ph type="title" idx="2"/>
          </p:nvPr>
        </p:nvSpPr>
        <p:spPr>
          <a:xfrm>
            <a:off x="4571440" y="1640946"/>
            <a:ext cx="594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64" name="Google Shape;764;p35"/>
          <p:cNvSpPr txBox="1">
            <a:spLocks noGrp="1"/>
          </p:cNvSpPr>
          <p:nvPr>
            <p:ph type="subTitle" idx="3"/>
          </p:nvPr>
        </p:nvSpPr>
        <p:spPr>
          <a:xfrm>
            <a:off x="5166040" y="2134391"/>
            <a:ext cx="271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Basarat’s Smart-glasses look like any other normal glasses</a:t>
            </a:r>
            <a:endParaRPr dirty="0"/>
          </a:p>
        </p:txBody>
      </p:sp>
      <p:sp>
        <p:nvSpPr>
          <p:cNvPr id="765" name="Google Shape;765;p35"/>
          <p:cNvSpPr txBox="1">
            <a:spLocks noGrp="1"/>
          </p:cNvSpPr>
          <p:nvPr>
            <p:ph type="title" idx="4"/>
          </p:nvPr>
        </p:nvSpPr>
        <p:spPr>
          <a:xfrm>
            <a:off x="709929" y="3056321"/>
            <a:ext cx="594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66" name="Google Shape;766;p35"/>
          <p:cNvSpPr txBox="1">
            <a:spLocks noGrp="1"/>
          </p:cNvSpPr>
          <p:nvPr>
            <p:ph type="subTitle" idx="5"/>
          </p:nvPr>
        </p:nvSpPr>
        <p:spPr>
          <a:xfrm>
            <a:off x="1304529" y="3543232"/>
            <a:ext cx="271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Basarat’s glasses are built with modularity and repairibility in mind.</a:t>
            </a:r>
            <a:endParaRPr dirty="0"/>
          </a:p>
        </p:txBody>
      </p:sp>
      <p:sp>
        <p:nvSpPr>
          <p:cNvPr id="767" name="Google Shape;767;p35"/>
          <p:cNvSpPr txBox="1">
            <a:spLocks noGrp="1"/>
          </p:cNvSpPr>
          <p:nvPr>
            <p:ph type="title" idx="6"/>
          </p:nvPr>
        </p:nvSpPr>
        <p:spPr>
          <a:xfrm>
            <a:off x="4571440" y="3056321"/>
            <a:ext cx="594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68" name="Google Shape;768;p35"/>
          <p:cNvSpPr txBox="1">
            <a:spLocks noGrp="1"/>
          </p:cNvSpPr>
          <p:nvPr>
            <p:ph type="subTitle" idx="7"/>
          </p:nvPr>
        </p:nvSpPr>
        <p:spPr>
          <a:xfrm>
            <a:off x="5166040" y="3543221"/>
            <a:ext cx="271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Upto 80% of the parts of Basarat smart-glasses can be locally manufactured</a:t>
            </a:r>
            <a:endParaRPr dirty="0"/>
          </a:p>
        </p:txBody>
      </p:sp>
      <p:sp>
        <p:nvSpPr>
          <p:cNvPr id="769" name="Google Shape;769;p35"/>
          <p:cNvSpPr txBox="1">
            <a:spLocks noGrp="1"/>
          </p:cNvSpPr>
          <p:nvPr>
            <p:ph type="title" idx="8"/>
          </p:nvPr>
        </p:nvSpPr>
        <p:spPr>
          <a:xfrm>
            <a:off x="720000" y="53499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Basarat Stands Out</a:t>
            </a:r>
            <a:endParaRPr dirty="0"/>
          </a:p>
        </p:txBody>
      </p:sp>
      <p:sp>
        <p:nvSpPr>
          <p:cNvPr id="770" name="Google Shape;770;p35"/>
          <p:cNvSpPr txBox="1">
            <a:spLocks noGrp="1"/>
          </p:cNvSpPr>
          <p:nvPr>
            <p:ph type="subTitle" idx="9"/>
          </p:nvPr>
        </p:nvSpPr>
        <p:spPr>
          <a:xfrm>
            <a:off x="1304529" y="1643396"/>
            <a:ext cx="2715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Affordability</a:t>
            </a:r>
            <a:endParaRPr lang="en-US" dirty="0"/>
          </a:p>
        </p:txBody>
      </p:sp>
      <p:sp>
        <p:nvSpPr>
          <p:cNvPr id="771" name="Google Shape;771;p35"/>
          <p:cNvSpPr txBox="1">
            <a:spLocks noGrp="1"/>
          </p:cNvSpPr>
          <p:nvPr>
            <p:ph type="subTitle" idx="13"/>
          </p:nvPr>
        </p:nvSpPr>
        <p:spPr>
          <a:xfrm>
            <a:off x="5166040" y="1643392"/>
            <a:ext cx="2715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Compact Design</a:t>
            </a:r>
            <a:endParaRPr dirty="0"/>
          </a:p>
        </p:txBody>
      </p:sp>
      <p:sp>
        <p:nvSpPr>
          <p:cNvPr id="772" name="Google Shape;772;p35"/>
          <p:cNvSpPr txBox="1">
            <a:spLocks noGrp="1"/>
          </p:cNvSpPr>
          <p:nvPr>
            <p:ph type="subTitle" idx="14"/>
          </p:nvPr>
        </p:nvSpPr>
        <p:spPr>
          <a:xfrm>
            <a:off x="1304529" y="3056331"/>
            <a:ext cx="2715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Modular Design</a:t>
            </a:r>
            <a:endParaRPr dirty="0"/>
          </a:p>
        </p:txBody>
      </p:sp>
      <p:sp>
        <p:nvSpPr>
          <p:cNvPr id="773" name="Google Shape;773;p35"/>
          <p:cNvSpPr txBox="1">
            <a:spLocks noGrp="1"/>
          </p:cNvSpPr>
          <p:nvPr>
            <p:ph type="subTitle" idx="15"/>
          </p:nvPr>
        </p:nvSpPr>
        <p:spPr>
          <a:xfrm>
            <a:off x="5166040" y="3056321"/>
            <a:ext cx="2715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Easy Local Production</a:t>
            </a:r>
            <a:endParaRPr dirty="0"/>
          </a:p>
        </p:txBody>
      </p:sp>
      <p:grpSp>
        <p:nvGrpSpPr>
          <p:cNvPr id="774" name="Google Shape;774;p35"/>
          <p:cNvGrpSpPr/>
          <p:nvPr/>
        </p:nvGrpSpPr>
        <p:grpSpPr>
          <a:xfrm rot="10800000" flipH="1">
            <a:off x="5909368" y="275305"/>
            <a:ext cx="4210803" cy="931613"/>
            <a:chOff x="6135243" y="509694"/>
            <a:chExt cx="4210803" cy="931613"/>
          </a:xfrm>
        </p:grpSpPr>
        <p:sp>
          <p:nvSpPr>
            <p:cNvPr id="775" name="Google Shape;775;p35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5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5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5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5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5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1" name="Google Shape;781;p35"/>
          <p:cNvSpPr/>
          <p:nvPr/>
        </p:nvSpPr>
        <p:spPr>
          <a:xfrm>
            <a:off x="7455506" y="4343931"/>
            <a:ext cx="425556" cy="432527"/>
          </a:xfrm>
          <a:custGeom>
            <a:avLst/>
            <a:gdLst/>
            <a:ahLst/>
            <a:cxnLst/>
            <a:rect l="l" t="t" r="r" b="b"/>
            <a:pathLst>
              <a:path w="4762" h="4840" extrusionOk="0">
                <a:moveTo>
                  <a:pt x="2386" y="1333"/>
                </a:moveTo>
                <a:cubicBezTo>
                  <a:pt x="2559" y="1333"/>
                  <a:pt x="2735" y="1374"/>
                  <a:pt x="2901" y="1459"/>
                </a:cubicBezTo>
                <a:cubicBezTo>
                  <a:pt x="3444" y="1754"/>
                  <a:pt x="3630" y="2405"/>
                  <a:pt x="3351" y="2948"/>
                </a:cubicBezTo>
                <a:cubicBezTo>
                  <a:pt x="3148" y="3321"/>
                  <a:pt x="2776" y="3533"/>
                  <a:pt x="2382" y="3533"/>
                </a:cubicBezTo>
                <a:cubicBezTo>
                  <a:pt x="2204" y="3533"/>
                  <a:pt x="2020" y="3490"/>
                  <a:pt x="1846" y="3398"/>
                </a:cubicBezTo>
                <a:cubicBezTo>
                  <a:pt x="1303" y="3103"/>
                  <a:pt x="1117" y="2452"/>
                  <a:pt x="1412" y="1909"/>
                </a:cubicBezTo>
                <a:cubicBezTo>
                  <a:pt x="1617" y="1542"/>
                  <a:pt x="1993" y="1333"/>
                  <a:pt x="2386" y="1333"/>
                </a:cubicBezTo>
                <a:close/>
                <a:moveTo>
                  <a:pt x="2901" y="1"/>
                </a:moveTo>
                <a:lnTo>
                  <a:pt x="2715" y="373"/>
                </a:lnTo>
                <a:cubicBezTo>
                  <a:pt x="2653" y="466"/>
                  <a:pt x="2529" y="544"/>
                  <a:pt x="2420" y="544"/>
                </a:cubicBezTo>
                <a:lnTo>
                  <a:pt x="2218" y="544"/>
                </a:lnTo>
                <a:cubicBezTo>
                  <a:pt x="2205" y="546"/>
                  <a:pt x="2191" y="547"/>
                  <a:pt x="2178" y="547"/>
                </a:cubicBezTo>
                <a:cubicBezTo>
                  <a:pt x="2080" y="547"/>
                  <a:pt x="1976" y="498"/>
                  <a:pt x="1908" y="389"/>
                </a:cubicBezTo>
                <a:lnTo>
                  <a:pt x="1691" y="48"/>
                </a:lnTo>
                <a:lnTo>
                  <a:pt x="559" y="745"/>
                </a:lnTo>
                <a:lnTo>
                  <a:pt x="776" y="1133"/>
                </a:lnTo>
                <a:cubicBezTo>
                  <a:pt x="822" y="1226"/>
                  <a:pt x="822" y="1366"/>
                  <a:pt x="776" y="1459"/>
                </a:cubicBezTo>
                <a:lnTo>
                  <a:pt x="714" y="1536"/>
                </a:lnTo>
                <a:cubicBezTo>
                  <a:pt x="698" y="1567"/>
                  <a:pt x="667" y="1598"/>
                  <a:pt x="667" y="1630"/>
                </a:cubicBezTo>
                <a:cubicBezTo>
                  <a:pt x="621" y="1754"/>
                  <a:pt x="512" y="1800"/>
                  <a:pt x="404" y="1816"/>
                </a:cubicBezTo>
                <a:lnTo>
                  <a:pt x="0" y="1847"/>
                </a:lnTo>
                <a:lnTo>
                  <a:pt x="32" y="3180"/>
                </a:lnTo>
                <a:lnTo>
                  <a:pt x="435" y="3165"/>
                </a:lnTo>
                <a:cubicBezTo>
                  <a:pt x="559" y="3165"/>
                  <a:pt x="667" y="3211"/>
                  <a:pt x="729" y="3336"/>
                </a:cubicBezTo>
                <a:lnTo>
                  <a:pt x="854" y="3506"/>
                </a:lnTo>
                <a:cubicBezTo>
                  <a:pt x="931" y="3599"/>
                  <a:pt x="931" y="3739"/>
                  <a:pt x="869" y="3832"/>
                </a:cubicBezTo>
                <a:lnTo>
                  <a:pt x="667" y="4204"/>
                </a:lnTo>
                <a:lnTo>
                  <a:pt x="1862" y="4840"/>
                </a:lnTo>
                <a:lnTo>
                  <a:pt x="2048" y="4483"/>
                </a:lnTo>
                <a:cubicBezTo>
                  <a:pt x="2110" y="4375"/>
                  <a:pt x="2218" y="4297"/>
                  <a:pt x="2342" y="4297"/>
                </a:cubicBezTo>
                <a:lnTo>
                  <a:pt x="2529" y="4297"/>
                </a:lnTo>
                <a:cubicBezTo>
                  <a:pt x="2541" y="4296"/>
                  <a:pt x="2554" y="4295"/>
                  <a:pt x="2566" y="4295"/>
                </a:cubicBezTo>
                <a:cubicBezTo>
                  <a:pt x="2674" y="4295"/>
                  <a:pt x="2769" y="4355"/>
                  <a:pt x="2839" y="4452"/>
                </a:cubicBezTo>
                <a:lnTo>
                  <a:pt x="3056" y="4809"/>
                </a:lnTo>
                <a:lnTo>
                  <a:pt x="4204" y="4096"/>
                </a:lnTo>
                <a:lnTo>
                  <a:pt x="3986" y="3739"/>
                </a:lnTo>
                <a:cubicBezTo>
                  <a:pt x="3924" y="3646"/>
                  <a:pt x="3924" y="3506"/>
                  <a:pt x="3986" y="3413"/>
                </a:cubicBezTo>
                <a:lnTo>
                  <a:pt x="4048" y="3336"/>
                </a:lnTo>
                <a:cubicBezTo>
                  <a:pt x="4064" y="3305"/>
                  <a:pt x="4080" y="3274"/>
                  <a:pt x="4080" y="3242"/>
                </a:cubicBezTo>
                <a:cubicBezTo>
                  <a:pt x="4142" y="3118"/>
                  <a:pt x="4235" y="3072"/>
                  <a:pt x="4359" y="3041"/>
                </a:cubicBezTo>
                <a:lnTo>
                  <a:pt x="4762" y="3025"/>
                </a:lnTo>
                <a:lnTo>
                  <a:pt x="4731" y="1692"/>
                </a:lnTo>
                <a:lnTo>
                  <a:pt x="4312" y="1692"/>
                </a:lnTo>
                <a:cubicBezTo>
                  <a:pt x="4204" y="1692"/>
                  <a:pt x="4080" y="1630"/>
                  <a:pt x="4033" y="1521"/>
                </a:cubicBezTo>
                <a:lnTo>
                  <a:pt x="3909" y="1335"/>
                </a:lnTo>
                <a:cubicBezTo>
                  <a:pt x="3831" y="1242"/>
                  <a:pt x="3831" y="1102"/>
                  <a:pt x="3893" y="1009"/>
                </a:cubicBezTo>
                <a:lnTo>
                  <a:pt x="4080" y="637"/>
                </a:lnTo>
                <a:lnTo>
                  <a:pt x="290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2" name="Google Shape;782;p35"/>
          <p:cNvGrpSpPr/>
          <p:nvPr/>
        </p:nvGrpSpPr>
        <p:grpSpPr>
          <a:xfrm rot="-899960">
            <a:off x="8218214" y="3614536"/>
            <a:ext cx="454765" cy="457446"/>
            <a:chOff x="3137370" y="-570001"/>
            <a:chExt cx="454778" cy="457459"/>
          </a:xfrm>
        </p:grpSpPr>
        <p:sp>
          <p:nvSpPr>
            <p:cNvPr id="783" name="Google Shape;783;p35"/>
            <p:cNvSpPr/>
            <p:nvPr/>
          </p:nvSpPr>
          <p:spPr>
            <a:xfrm>
              <a:off x="3154081" y="-531752"/>
              <a:ext cx="429756" cy="377388"/>
            </a:xfrm>
            <a:custGeom>
              <a:avLst/>
              <a:gdLst/>
              <a:ahLst/>
              <a:cxnLst/>
              <a:rect l="l" t="t" r="r" b="b"/>
              <a:pathLst>
                <a:path w="4809" h="4223" extrusionOk="0">
                  <a:moveTo>
                    <a:pt x="2391" y="1246"/>
                  </a:moveTo>
                  <a:cubicBezTo>
                    <a:pt x="2524" y="1246"/>
                    <a:pt x="2660" y="1277"/>
                    <a:pt x="2792" y="1340"/>
                  </a:cubicBezTo>
                  <a:cubicBezTo>
                    <a:pt x="2792" y="1340"/>
                    <a:pt x="2792" y="1340"/>
                    <a:pt x="2792" y="1340"/>
                  </a:cubicBezTo>
                  <a:lnTo>
                    <a:pt x="2792" y="1340"/>
                  </a:lnTo>
                  <a:cubicBezTo>
                    <a:pt x="3226" y="1557"/>
                    <a:pt x="3412" y="2069"/>
                    <a:pt x="3195" y="2519"/>
                  </a:cubicBezTo>
                  <a:cubicBezTo>
                    <a:pt x="3052" y="2837"/>
                    <a:pt x="2746" y="3016"/>
                    <a:pt x="2420" y="3016"/>
                  </a:cubicBezTo>
                  <a:cubicBezTo>
                    <a:pt x="2286" y="3016"/>
                    <a:pt x="2148" y="2985"/>
                    <a:pt x="2016" y="2922"/>
                  </a:cubicBezTo>
                  <a:cubicBezTo>
                    <a:pt x="1567" y="2720"/>
                    <a:pt x="1396" y="2193"/>
                    <a:pt x="1613" y="1743"/>
                  </a:cubicBezTo>
                  <a:cubicBezTo>
                    <a:pt x="1767" y="1425"/>
                    <a:pt x="2068" y="1246"/>
                    <a:pt x="2391" y="1246"/>
                  </a:cubicBezTo>
                  <a:close/>
                  <a:moveTo>
                    <a:pt x="2408" y="1113"/>
                  </a:moveTo>
                  <a:cubicBezTo>
                    <a:pt x="2294" y="1113"/>
                    <a:pt x="2181" y="1133"/>
                    <a:pt x="2075" y="1170"/>
                  </a:cubicBezTo>
                  <a:lnTo>
                    <a:pt x="2075" y="1170"/>
                  </a:lnTo>
                  <a:cubicBezTo>
                    <a:pt x="1824" y="1251"/>
                    <a:pt x="1608" y="1428"/>
                    <a:pt x="1489" y="1681"/>
                  </a:cubicBezTo>
                  <a:cubicBezTo>
                    <a:pt x="1256" y="2193"/>
                    <a:pt x="1458" y="2798"/>
                    <a:pt x="1954" y="3015"/>
                  </a:cubicBezTo>
                  <a:cubicBezTo>
                    <a:pt x="2104" y="3092"/>
                    <a:pt x="2261" y="3128"/>
                    <a:pt x="2415" y="3128"/>
                  </a:cubicBezTo>
                  <a:cubicBezTo>
                    <a:pt x="2419" y="3128"/>
                    <a:pt x="2422" y="3128"/>
                    <a:pt x="2426" y="3128"/>
                  </a:cubicBezTo>
                  <a:lnTo>
                    <a:pt x="2426" y="3128"/>
                  </a:lnTo>
                  <a:cubicBezTo>
                    <a:pt x="2429" y="3128"/>
                    <a:pt x="2433" y="3128"/>
                    <a:pt x="2436" y="3128"/>
                  </a:cubicBezTo>
                  <a:cubicBezTo>
                    <a:pt x="2803" y="3128"/>
                    <a:pt x="3154" y="2917"/>
                    <a:pt x="3319" y="2565"/>
                  </a:cubicBezTo>
                  <a:cubicBezTo>
                    <a:pt x="3457" y="2271"/>
                    <a:pt x="3437" y="1945"/>
                    <a:pt x="3298" y="1673"/>
                  </a:cubicBezTo>
                  <a:lnTo>
                    <a:pt x="3298" y="1673"/>
                  </a:lnTo>
                  <a:cubicBezTo>
                    <a:pt x="3229" y="1531"/>
                    <a:pt x="3128" y="1405"/>
                    <a:pt x="2997" y="1310"/>
                  </a:cubicBezTo>
                  <a:lnTo>
                    <a:pt x="2997" y="1310"/>
                  </a:lnTo>
                  <a:cubicBezTo>
                    <a:pt x="2952" y="1275"/>
                    <a:pt x="2905" y="1244"/>
                    <a:pt x="2854" y="1216"/>
                  </a:cubicBezTo>
                  <a:cubicBezTo>
                    <a:pt x="2709" y="1146"/>
                    <a:pt x="2557" y="1113"/>
                    <a:pt x="2408" y="1113"/>
                  </a:cubicBezTo>
                  <a:close/>
                  <a:moveTo>
                    <a:pt x="2398" y="974"/>
                  </a:moveTo>
                  <a:cubicBezTo>
                    <a:pt x="2571" y="974"/>
                    <a:pt x="2748" y="1012"/>
                    <a:pt x="2916" y="1092"/>
                  </a:cubicBezTo>
                  <a:cubicBezTo>
                    <a:pt x="3490" y="1356"/>
                    <a:pt x="3722" y="2054"/>
                    <a:pt x="3459" y="2643"/>
                  </a:cubicBezTo>
                  <a:cubicBezTo>
                    <a:pt x="3257" y="3057"/>
                    <a:pt x="2837" y="3294"/>
                    <a:pt x="2403" y="3294"/>
                  </a:cubicBezTo>
                  <a:cubicBezTo>
                    <a:pt x="2236" y="3294"/>
                    <a:pt x="2067" y="3259"/>
                    <a:pt x="1908" y="3186"/>
                  </a:cubicBezTo>
                  <a:cubicBezTo>
                    <a:pt x="1318" y="2907"/>
                    <a:pt x="1086" y="2209"/>
                    <a:pt x="1365" y="1635"/>
                  </a:cubicBezTo>
                  <a:cubicBezTo>
                    <a:pt x="1553" y="1213"/>
                    <a:pt x="1964" y="974"/>
                    <a:pt x="2398" y="974"/>
                  </a:cubicBezTo>
                  <a:close/>
                  <a:moveTo>
                    <a:pt x="2415" y="0"/>
                  </a:moveTo>
                  <a:cubicBezTo>
                    <a:pt x="1629" y="0"/>
                    <a:pt x="868" y="429"/>
                    <a:pt x="512" y="1185"/>
                  </a:cubicBezTo>
                  <a:cubicBezTo>
                    <a:pt x="0" y="2224"/>
                    <a:pt x="434" y="3511"/>
                    <a:pt x="1473" y="4008"/>
                  </a:cubicBezTo>
                  <a:cubicBezTo>
                    <a:pt x="1770" y="4154"/>
                    <a:pt x="2086" y="4223"/>
                    <a:pt x="2399" y="4223"/>
                  </a:cubicBezTo>
                  <a:cubicBezTo>
                    <a:pt x="3184" y="4223"/>
                    <a:pt x="3946" y="3789"/>
                    <a:pt x="4312" y="3046"/>
                  </a:cubicBezTo>
                  <a:cubicBezTo>
                    <a:pt x="4808" y="1992"/>
                    <a:pt x="4389" y="735"/>
                    <a:pt x="3335" y="208"/>
                  </a:cubicBezTo>
                  <a:cubicBezTo>
                    <a:pt x="3040" y="67"/>
                    <a:pt x="2726" y="0"/>
                    <a:pt x="24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5"/>
            <p:cNvSpPr/>
            <p:nvPr/>
          </p:nvSpPr>
          <p:spPr>
            <a:xfrm>
              <a:off x="3237190" y="-194399"/>
              <a:ext cx="84629" cy="76318"/>
            </a:xfrm>
            <a:custGeom>
              <a:avLst/>
              <a:gdLst/>
              <a:ahLst/>
              <a:cxnLst/>
              <a:rect l="l" t="t" r="r" b="b"/>
              <a:pathLst>
                <a:path w="947" h="854" extrusionOk="0">
                  <a:moveTo>
                    <a:pt x="218" y="0"/>
                  </a:moveTo>
                  <a:lnTo>
                    <a:pt x="1" y="543"/>
                  </a:lnTo>
                  <a:lnTo>
                    <a:pt x="668" y="853"/>
                  </a:lnTo>
                  <a:lnTo>
                    <a:pt x="947" y="35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5"/>
            <p:cNvSpPr/>
            <p:nvPr/>
          </p:nvSpPr>
          <p:spPr>
            <a:xfrm>
              <a:off x="3137370" y="-313612"/>
              <a:ext cx="70777" cy="81858"/>
            </a:xfrm>
            <a:custGeom>
              <a:avLst/>
              <a:gdLst/>
              <a:ahLst/>
              <a:cxnLst/>
              <a:rect l="l" t="t" r="r" b="b"/>
              <a:pathLst>
                <a:path w="792" h="916" extrusionOk="0">
                  <a:moveTo>
                    <a:pt x="544" y="0"/>
                  </a:moveTo>
                  <a:lnTo>
                    <a:pt x="1" y="233"/>
                  </a:lnTo>
                  <a:lnTo>
                    <a:pt x="249" y="915"/>
                  </a:lnTo>
                  <a:lnTo>
                    <a:pt x="792" y="7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5"/>
            <p:cNvSpPr/>
            <p:nvPr/>
          </p:nvSpPr>
          <p:spPr>
            <a:xfrm>
              <a:off x="3141570" y="-467499"/>
              <a:ext cx="76318" cy="83288"/>
            </a:xfrm>
            <a:custGeom>
              <a:avLst/>
              <a:gdLst/>
              <a:ahLst/>
              <a:cxnLst/>
              <a:rect l="l" t="t" r="r" b="b"/>
              <a:pathLst>
                <a:path w="854" h="932" extrusionOk="0">
                  <a:moveTo>
                    <a:pt x="311" y="1"/>
                  </a:moveTo>
                  <a:lnTo>
                    <a:pt x="0" y="637"/>
                  </a:lnTo>
                  <a:lnTo>
                    <a:pt x="512" y="931"/>
                  </a:lnTo>
                  <a:lnTo>
                    <a:pt x="854" y="218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5"/>
            <p:cNvSpPr/>
            <p:nvPr/>
          </p:nvSpPr>
          <p:spPr>
            <a:xfrm>
              <a:off x="3256582" y="-570001"/>
              <a:ext cx="81858" cy="73547"/>
            </a:xfrm>
            <a:custGeom>
              <a:avLst/>
              <a:gdLst/>
              <a:ahLst/>
              <a:cxnLst/>
              <a:rect l="l" t="t" r="r" b="b"/>
              <a:pathLst>
                <a:path w="916" h="823" extrusionOk="0">
                  <a:moveTo>
                    <a:pt x="683" y="0"/>
                  </a:moveTo>
                  <a:lnTo>
                    <a:pt x="1" y="248"/>
                  </a:lnTo>
                  <a:lnTo>
                    <a:pt x="140" y="822"/>
                  </a:lnTo>
                  <a:lnTo>
                    <a:pt x="916" y="5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5"/>
            <p:cNvSpPr/>
            <p:nvPr/>
          </p:nvSpPr>
          <p:spPr>
            <a:xfrm>
              <a:off x="3409039" y="-564460"/>
              <a:ext cx="83288" cy="76318"/>
            </a:xfrm>
            <a:custGeom>
              <a:avLst/>
              <a:gdLst/>
              <a:ahLst/>
              <a:cxnLst/>
              <a:rect l="l" t="t" r="r" b="b"/>
              <a:pathLst>
                <a:path w="932" h="854" extrusionOk="0">
                  <a:moveTo>
                    <a:pt x="296" y="0"/>
                  </a:moveTo>
                  <a:lnTo>
                    <a:pt x="1" y="496"/>
                  </a:lnTo>
                  <a:lnTo>
                    <a:pt x="714" y="853"/>
                  </a:lnTo>
                  <a:lnTo>
                    <a:pt x="931" y="31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5"/>
            <p:cNvSpPr/>
            <p:nvPr/>
          </p:nvSpPr>
          <p:spPr>
            <a:xfrm>
              <a:off x="3521371" y="-450877"/>
              <a:ext cx="70777" cy="81858"/>
            </a:xfrm>
            <a:custGeom>
              <a:avLst/>
              <a:gdLst/>
              <a:ahLst/>
              <a:cxnLst/>
              <a:rect l="l" t="t" r="r" b="b"/>
              <a:pathLst>
                <a:path w="792" h="916" extrusionOk="0">
                  <a:moveTo>
                    <a:pt x="558" y="1"/>
                  </a:moveTo>
                  <a:lnTo>
                    <a:pt x="0" y="140"/>
                  </a:lnTo>
                  <a:lnTo>
                    <a:pt x="279" y="916"/>
                  </a:lnTo>
                  <a:lnTo>
                    <a:pt x="791" y="683"/>
                  </a:lnTo>
                  <a:lnTo>
                    <a:pt x="5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5"/>
            <p:cNvSpPr/>
            <p:nvPr/>
          </p:nvSpPr>
          <p:spPr>
            <a:xfrm>
              <a:off x="3513060" y="-298420"/>
              <a:ext cx="76318" cy="83288"/>
            </a:xfrm>
            <a:custGeom>
              <a:avLst/>
              <a:gdLst/>
              <a:ahLst/>
              <a:cxnLst/>
              <a:rect l="l" t="t" r="r" b="b"/>
              <a:pathLst>
                <a:path w="854" h="932" extrusionOk="0">
                  <a:moveTo>
                    <a:pt x="341" y="1"/>
                  </a:moveTo>
                  <a:lnTo>
                    <a:pt x="0" y="730"/>
                  </a:lnTo>
                  <a:lnTo>
                    <a:pt x="543" y="931"/>
                  </a:lnTo>
                  <a:lnTo>
                    <a:pt x="853" y="296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5"/>
            <p:cNvSpPr/>
            <p:nvPr/>
          </p:nvSpPr>
          <p:spPr>
            <a:xfrm>
              <a:off x="3393847" y="-184748"/>
              <a:ext cx="80429" cy="72207"/>
            </a:xfrm>
            <a:custGeom>
              <a:avLst/>
              <a:gdLst/>
              <a:ahLst/>
              <a:cxnLst/>
              <a:rect l="l" t="t" r="r" b="b"/>
              <a:pathLst>
                <a:path w="900" h="808" extrusionOk="0">
                  <a:moveTo>
                    <a:pt x="745" y="1"/>
                  </a:moveTo>
                  <a:lnTo>
                    <a:pt x="0" y="264"/>
                  </a:lnTo>
                  <a:lnTo>
                    <a:pt x="233" y="807"/>
                  </a:lnTo>
                  <a:lnTo>
                    <a:pt x="900" y="559"/>
                  </a:lnTo>
                  <a:lnTo>
                    <a:pt x="7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38"/>
          <p:cNvSpPr txBox="1">
            <a:spLocks noGrp="1"/>
          </p:cNvSpPr>
          <p:nvPr>
            <p:ph type="subTitle" idx="4294967295"/>
          </p:nvPr>
        </p:nvSpPr>
        <p:spPr>
          <a:xfrm>
            <a:off x="4596560" y="3713908"/>
            <a:ext cx="1886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We’re underway preparation to request for testing from National Bioethics Committee.</a:t>
            </a:r>
            <a:endParaRPr dirty="0"/>
          </a:p>
        </p:txBody>
      </p:sp>
      <p:sp>
        <p:nvSpPr>
          <p:cNvPr id="1379" name="Google Shape;1379;p38"/>
          <p:cNvSpPr txBox="1">
            <a:spLocks noGrp="1"/>
          </p:cNvSpPr>
          <p:nvPr>
            <p:ph type="title" idx="4294967295"/>
          </p:nvPr>
        </p:nvSpPr>
        <p:spPr>
          <a:xfrm>
            <a:off x="6363712" y="2369940"/>
            <a:ext cx="2167748" cy="392100"/>
          </a:xfrm>
          <a:prstGeom prst="rect">
            <a:avLst/>
          </a:prstGeom>
          <a:solidFill>
            <a:srgbClr val="138808">
              <a:alpha val="244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/>
              <a:t>Commercialization</a:t>
            </a:r>
            <a:endParaRPr dirty="0"/>
          </a:p>
        </p:txBody>
      </p:sp>
      <p:sp>
        <p:nvSpPr>
          <p:cNvPr id="1380" name="Google Shape;1380;p38"/>
          <p:cNvSpPr txBox="1">
            <a:spLocks noGrp="1"/>
          </p:cNvSpPr>
          <p:nvPr>
            <p:ph type="title" idx="4294967295"/>
          </p:nvPr>
        </p:nvSpPr>
        <p:spPr>
          <a:xfrm>
            <a:off x="2313542" y="2376375"/>
            <a:ext cx="2467778" cy="392100"/>
          </a:xfrm>
          <a:prstGeom prst="rect">
            <a:avLst/>
          </a:prstGeom>
          <a:solidFill>
            <a:srgbClr val="138808">
              <a:alpha val="244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Design Refinements</a:t>
            </a:r>
            <a:endParaRPr sz="2800" dirty="0"/>
          </a:p>
        </p:txBody>
      </p:sp>
      <p:sp>
        <p:nvSpPr>
          <p:cNvPr id="1381" name="Google Shape;1381;p38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RoadMap</a:t>
            </a:r>
            <a:endParaRPr dirty="0"/>
          </a:p>
        </p:txBody>
      </p:sp>
      <p:sp>
        <p:nvSpPr>
          <p:cNvPr id="1382" name="Google Shape;1382;p38"/>
          <p:cNvSpPr txBox="1">
            <a:spLocks noGrp="1"/>
          </p:cNvSpPr>
          <p:nvPr>
            <p:ph type="title" idx="4294967295"/>
          </p:nvPr>
        </p:nvSpPr>
        <p:spPr>
          <a:xfrm>
            <a:off x="4596560" y="3302304"/>
            <a:ext cx="1886700" cy="392100"/>
          </a:xfrm>
          <a:prstGeom prst="rect">
            <a:avLst/>
          </a:prstGeom>
          <a:solidFill>
            <a:srgbClr val="FF9933">
              <a:alpha val="3848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/>
              <a:t>Human Testing</a:t>
            </a:r>
            <a:endParaRPr sz="2500" dirty="0"/>
          </a:p>
        </p:txBody>
      </p:sp>
      <p:sp>
        <p:nvSpPr>
          <p:cNvPr id="1383" name="Google Shape;1383;p38"/>
          <p:cNvSpPr txBox="1">
            <a:spLocks noGrp="1"/>
          </p:cNvSpPr>
          <p:nvPr>
            <p:ph type="subTitle" idx="4294967295"/>
          </p:nvPr>
        </p:nvSpPr>
        <p:spPr>
          <a:xfrm>
            <a:off x="6580711" y="1879090"/>
            <a:ext cx="18867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Once all things are finalized we will progress towards commercialization of Basarat Glasses.</a:t>
            </a:r>
            <a:endParaRPr dirty="0"/>
          </a:p>
        </p:txBody>
      </p:sp>
      <p:sp>
        <p:nvSpPr>
          <p:cNvPr id="1384" name="Google Shape;1384;p38"/>
          <p:cNvSpPr txBox="1">
            <a:spLocks noGrp="1"/>
          </p:cNvSpPr>
          <p:nvPr>
            <p:ph type="title" idx="4294967295"/>
          </p:nvPr>
        </p:nvSpPr>
        <p:spPr>
          <a:xfrm>
            <a:off x="715100" y="3302304"/>
            <a:ext cx="1886700" cy="392100"/>
          </a:xfrm>
          <a:prstGeom prst="rect">
            <a:avLst/>
          </a:prstGeom>
          <a:solidFill>
            <a:srgbClr val="FF9933">
              <a:alpha val="3848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/>
              <a:t>Working Concept</a:t>
            </a:r>
            <a:endParaRPr sz="2500" dirty="0"/>
          </a:p>
        </p:txBody>
      </p:sp>
      <p:sp>
        <p:nvSpPr>
          <p:cNvPr id="1385" name="Google Shape;1385;p38"/>
          <p:cNvSpPr txBox="1">
            <a:spLocks noGrp="1"/>
          </p:cNvSpPr>
          <p:nvPr>
            <p:ph type="subTitle" idx="4294967295"/>
          </p:nvPr>
        </p:nvSpPr>
        <p:spPr>
          <a:xfrm>
            <a:off x="683547" y="3705072"/>
            <a:ext cx="1886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working concept of the glasses is ready</a:t>
            </a:r>
            <a:endParaRPr dirty="0"/>
          </a:p>
        </p:txBody>
      </p:sp>
      <p:sp>
        <p:nvSpPr>
          <p:cNvPr id="1386" name="Google Shape;1386;p38"/>
          <p:cNvSpPr txBox="1">
            <a:spLocks noGrp="1"/>
          </p:cNvSpPr>
          <p:nvPr>
            <p:ph type="subTitle" idx="4294967295"/>
          </p:nvPr>
        </p:nvSpPr>
        <p:spPr>
          <a:xfrm>
            <a:off x="2655800" y="1879090"/>
            <a:ext cx="18867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refined design is being made</a:t>
            </a:r>
            <a:endParaRPr dirty="0"/>
          </a:p>
        </p:txBody>
      </p:sp>
      <p:cxnSp>
        <p:nvCxnSpPr>
          <p:cNvPr id="1391" name="Google Shape;1391;p38"/>
          <p:cNvCxnSpPr>
            <a:cxnSpLocks/>
          </p:cNvCxnSpPr>
          <p:nvPr/>
        </p:nvCxnSpPr>
        <p:spPr>
          <a:xfrm rot="-5400000">
            <a:off x="2493650" y="2044488"/>
            <a:ext cx="270300" cy="1940700"/>
          </a:xfrm>
          <a:prstGeom prst="bentConnector3">
            <a:avLst>
              <a:gd name="adj1" fmla="val 5002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2" name="Google Shape;1392;p38"/>
          <p:cNvCxnSpPr>
            <a:cxnSpLocks/>
          </p:cNvCxnSpPr>
          <p:nvPr/>
        </p:nvCxnSpPr>
        <p:spPr>
          <a:xfrm rot="-5400000" flipH="1">
            <a:off x="4434380" y="2044350"/>
            <a:ext cx="270300" cy="1940700"/>
          </a:xfrm>
          <a:prstGeom prst="bentConnector3">
            <a:avLst>
              <a:gd name="adj1" fmla="val 5002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3" name="Google Shape;1393;p38"/>
          <p:cNvCxnSpPr>
            <a:cxnSpLocks/>
          </p:cNvCxnSpPr>
          <p:nvPr/>
        </p:nvCxnSpPr>
        <p:spPr>
          <a:xfrm rot="-5400000">
            <a:off x="6375110" y="2044488"/>
            <a:ext cx="270300" cy="1940700"/>
          </a:xfrm>
          <a:prstGeom prst="bentConnector3">
            <a:avLst>
              <a:gd name="adj1" fmla="val 5002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94" name="Google Shape;1394;p38"/>
          <p:cNvGrpSpPr/>
          <p:nvPr/>
        </p:nvGrpSpPr>
        <p:grpSpPr>
          <a:xfrm>
            <a:off x="4863629" y="-647279"/>
            <a:ext cx="5253816" cy="1622108"/>
            <a:chOff x="5092229" y="-180802"/>
            <a:chExt cx="5253816" cy="1622108"/>
          </a:xfrm>
        </p:grpSpPr>
        <p:sp>
          <p:nvSpPr>
            <p:cNvPr id="1395" name="Google Shape;1395;p38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8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8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8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8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8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8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avLst/>
              <a:gdLst/>
              <a:ahLst/>
              <a:cxnLst/>
              <a:rect l="l" t="t" r="r" b="b"/>
              <a:pathLst>
                <a:path w="2203" h="18597" extrusionOk="0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8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avLst/>
              <a:gdLst/>
              <a:ahLst/>
              <a:cxnLst/>
              <a:rect l="l" t="t" r="r" b="b"/>
              <a:pathLst>
                <a:path w="652" h="653" extrusionOk="0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8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avLst/>
              <a:gdLst/>
              <a:ahLst/>
              <a:cxnLst/>
              <a:rect l="l" t="t" r="r" b="b"/>
              <a:pathLst>
                <a:path w="2545" h="15154" extrusionOk="0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8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avLst/>
              <a:gdLst/>
              <a:ahLst/>
              <a:cxnLst/>
              <a:rect l="l" t="t" r="r" b="b"/>
              <a:pathLst>
                <a:path w="622" h="621" extrusionOk="0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5" name="Google Shape;1405;p38"/>
          <p:cNvGrpSpPr/>
          <p:nvPr/>
        </p:nvGrpSpPr>
        <p:grpSpPr>
          <a:xfrm rot="10800000" flipH="1">
            <a:off x="5730504" y="4189873"/>
            <a:ext cx="5253816" cy="1622108"/>
            <a:chOff x="5092229" y="-180802"/>
            <a:chExt cx="5253816" cy="1622108"/>
          </a:xfrm>
        </p:grpSpPr>
        <p:sp>
          <p:nvSpPr>
            <p:cNvPr id="1406" name="Google Shape;1406;p38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8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8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8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8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8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8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avLst/>
              <a:gdLst/>
              <a:ahLst/>
              <a:cxnLst/>
              <a:rect l="l" t="t" r="r" b="b"/>
              <a:pathLst>
                <a:path w="2203" h="18597" extrusionOk="0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8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avLst/>
              <a:gdLst/>
              <a:ahLst/>
              <a:cxnLst/>
              <a:rect l="l" t="t" r="r" b="b"/>
              <a:pathLst>
                <a:path w="652" h="653" extrusionOk="0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8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avLst/>
              <a:gdLst/>
              <a:ahLst/>
              <a:cxnLst/>
              <a:rect l="l" t="t" r="r" b="b"/>
              <a:pathLst>
                <a:path w="2545" h="15154" extrusionOk="0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8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avLst/>
              <a:gdLst/>
              <a:ahLst/>
              <a:cxnLst/>
              <a:rect l="l" t="t" r="r" b="b"/>
              <a:pathLst>
                <a:path w="622" h="621" extrusionOk="0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74" name="Picture 2" descr="Download Check Mark, Tick Mark, Check. Royalty-Free Vector Graphic - Pixabay">
            <a:extLst>
              <a:ext uri="{FF2B5EF4-FFF2-40B4-BE49-F238E27FC236}">
                <a16:creationId xmlns:a16="http://schemas.microsoft.com/office/drawing/2014/main" id="{B61BA7E0-1566-3B0A-B6E4-348F6B329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07" y="2964565"/>
            <a:ext cx="266586" cy="261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8D3F45-146E-FFC0-1838-7D13AE7FE529}"/>
              </a:ext>
            </a:extLst>
          </p:cNvPr>
          <p:cNvSpPr txBox="1"/>
          <p:nvPr/>
        </p:nvSpPr>
        <p:spPr>
          <a:xfrm>
            <a:off x="683547" y="3001337"/>
            <a:ext cx="9140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Completed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1">
          <a:extLst>
            <a:ext uri="{FF2B5EF4-FFF2-40B4-BE49-F238E27FC236}">
              <a16:creationId xmlns:a16="http://schemas.microsoft.com/office/drawing/2014/main" id="{F92C7A03-F9AF-F70B-F25F-23EABC99A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p46">
            <a:extLst>
              <a:ext uri="{FF2B5EF4-FFF2-40B4-BE49-F238E27FC236}">
                <a16:creationId xmlns:a16="http://schemas.microsoft.com/office/drawing/2014/main" id="{3BB47BE4-58B7-65FC-2976-875EC7ECED6D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294375" y="1755648"/>
            <a:ext cx="2439465" cy="3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Designed for Manufacturing</a:t>
            </a:r>
            <a:endParaRPr sz="2000" dirty="0"/>
          </a:p>
        </p:txBody>
      </p:sp>
      <p:sp>
        <p:nvSpPr>
          <p:cNvPr id="1803" name="Google Shape;1803;p46">
            <a:extLst>
              <a:ext uri="{FF2B5EF4-FFF2-40B4-BE49-F238E27FC236}">
                <a16:creationId xmlns:a16="http://schemas.microsoft.com/office/drawing/2014/main" id="{7864EA6D-06FD-6006-9D02-9EA3FF953BCC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1563624" y="3145536"/>
            <a:ext cx="2148900" cy="3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Easy Adaptation</a:t>
            </a:r>
            <a:endParaRPr sz="2000" dirty="0"/>
          </a:p>
        </p:txBody>
      </p:sp>
      <p:sp>
        <p:nvSpPr>
          <p:cNvPr id="1804" name="Google Shape;1804;p46">
            <a:extLst>
              <a:ext uri="{FF2B5EF4-FFF2-40B4-BE49-F238E27FC236}">
                <a16:creationId xmlns:a16="http://schemas.microsoft.com/office/drawing/2014/main" id="{5F265F08-B4C5-72A3-7F38-07A69C810AB9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563624" y="1755648"/>
            <a:ext cx="2148900" cy="3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Total Addressable Market</a:t>
            </a:r>
            <a:endParaRPr sz="2000" dirty="0"/>
          </a:p>
        </p:txBody>
      </p:sp>
      <p:sp>
        <p:nvSpPr>
          <p:cNvPr id="1805" name="Google Shape;1805;p46">
            <a:extLst>
              <a:ext uri="{FF2B5EF4-FFF2-40B4-BE49-F238E27FC236}">
                <a16:creationId xmlns:a16="http://schemas.microsoft.com/office/drawing/2014/main" id="{3D9691AA-02DE-C664-760B-8E5B5F2C975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563624" y="3529584"/>
            <a:ext cx="21489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Low price and simple use design makes it easy for the Pakistani market to adapt</a:t>
            </a:r>
            <a:endParaRPr sz="1200" dirty="0"/>
          </a:p>
        </p:txBody>
      </p:sp>
      <p:sp>
        <p:nvSpPr>
          <p:cNvPr id="1806" name="Google Shape;1806;p46">
            <a:extLst>
              <a:ext uri="{FF2B5EF4-FFF2-40B4-BE49-F238E27FC236}">
                <a16:creationId xmlns:a16="http://schemas.microsoft.com/office/drawing/2014/main" id="{D78E8464-7191-7ED6-0388-C57F05710C2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294376" y="3529584"/>
            <a:ext cx="21489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The parts of the Basarat glasses are easy to source and so it can be easily produced locally produced.</a:t>
            </a:r>
            <a:endParaRPr sz="1200" dirty="0"/>
          </a:p>
        </p:txBody>
      </p:sp>
      <p:sp>
        <p:nvSpPr>
          <p:cNvPr id="1807" name="Google Shape;1807;p46">
            <a:extLst>
              <a:ext uri="{FF2B5EF4-FFF2-40B4-BE49-F238E27FC236}">
                <a16:creationId xmlns:a16="http://schemas.microsoft.com/office/drawing/2014/main" id="{3D8CEE46-9523-2A00-AA55-8C2BF8C5926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63624" y="2164931"/>
            <a:ext cx="21489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1.15M visually impaired individuals in Pakistan and 50M+ worldwide</a:t>
            </a:r>
            <a:endParaRPr sz="1200" dirty="0"/>
          </a:p>
        </p:txBody>
      </p:sp>
      <p:sp>
        <p:nvSpPr>
          <p:cNvPr id="1808" name="Google Shape;1808;p46">
            <a:extLst>
              <a:ext uri="{FF2B5EF4-FFF2-40B4-BE49-F238E27FC236}">
                <a16:creationId xmlns:a16="http://schemas.microsoft.com/office/drawing/2014/main" id="{BCBE0E82-47DD-EFBA-5987-6852D17878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Commercialization</a:t>
            </a:r>
            <a:endParaRPr dirty="0"/>
          </a:p>
        </p:txBody>
      </p:sp>
      <p:sp>
        <p:nvSpPr>
          <p:cNvPr id="1809" name="Google Shape;1809;p46">
            <a:extLst>
              <a:ext uri="{FF2B5EF4-FFF2-40B4-BE49-F238E27FC236}">
                <a16:creationId xmlns:a16="http://schemas.microsoft.com/office/drawing/2014/main" id="{482C64C4-51ED-11FB-E45C-64AB46A02C9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294376" y="2349816"/>
            <a:ext cx="2148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The Basarat glasses are designed keeping in mind manufacturing principles and constraints in Pakistan</a:t>
            </a:r>
            <a:endParaRPr sz="1200" dirty="0"/>
          </a:p>
        </p:txBody>
      </p:sp>
      <p:grpSp>
        <p:nvGrpSpPr>
          <p:cNvPr id="1810" name="Google Shape;1810;p46">
            <a:extLst>
              <a:ext uri="{FF2B5EF4-FFF2-40B4-BE49-F238E27FC236}">
                <a16:creationId xmlns:a16="http://schemas.microsoft.com/office/drawing/2014/main" id="{04D2D540-A54A-5CAC-426C-EA80ED05831E}"/>
              </a:ext>
            </a:extLst>
          </p:cNvPr>
          <p:cNvGrpSpPr/>
          <p:nvPr/>
        </p:nvGrpSpPr>
        <p:grpSpPr>
          <a:xfrm>
            <a:off x="1013899" y="1762237"/>
            <a:ext cx="332484" cy="375431"/>
            <a:chOff x="720012" y="3306681"/>
            <a:chExt cx="332484" cy="375431"/>
          </a:xfrm>
        </p:grpSpPr>
        <p:sp>
          <p:nvSpPr>
            <p:cNvPr id="1811" name="Google Shape;1811;p46">
              <a:extLst>
                <a:ext uri="{FF2B5EF4-FFF2-40B4-BE49-F238E27FC236}">
                  <a16:creationId xmlns:a16="http://schemas.microsoft.com/office/drawing/2014/main" id="{48455CD6-2C29-CCFF-CE80-215C57518167}"/>
                </a:ext>
              </a:extLst>
            </p:cNvPr>
            <p:cNvSpPr/>
            <p:nvPr/>
          </p:nvSpPr>
          <p:spPr>
            <a:xfrm>
              <a:off x="819101" y="3306709"/>
              <a:ext cx="55787" cy="153730"/>
            </a:xfrm>
            <a:custGeom>
              <a:avLst/>
              <a:gdLst/>
              <a:ahLst/>
              <a:cxnLst/>
              <a:rect l="l" t="t" r="r" b="b"/>
              <a:pathLst>
                <a:path w="2042" h="5627" extrusionOk="0">
                  <a:moveTo>
                    <a:pt x="2041" y="1"/>
                  </a:moveTo>
                  <a:cubicBezTo>
                    <a:pt x="885" y="193"/>
                    <a:pt x="0" y="1199"/>
                    <a:pt x="0" y="2411"/>
                  </a:cubicBezTo>
                  <a:lnTo>
                    <a:pt x="0" y="3217"/>
                  </a:lnTo>
                  <a:cubicBezTo>
                    <a:pt x="0" y="4427"/>
                    <a:pt x="885" y="5433"/>
                    <a:pt x="2041" y="5627"/>
                  </a:cubicBezTo>
                  <a:lnTo>
                    <a:pt x="20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46">
              <a:extLst>
                <a:ext uri="{FF2B5EF4-FFF2-40B4-BE49-F238E27FC236}">
                  <a16:creationId xmlns:a16="http://schemas.microsoft.com/office/drawing/2014/main" id="{92AB4B76-DF73-36D2-AD16-DE0CCA095043}"/>
                </a:ext>
              </a:extLst>
            </p:cNvPr>
            <p:cNvSpPr/>
            <p:nvPr/>
          </p:nvSpPr>
          <p:spPr>
            <a:xfrm>
              <a:off x="897592" y="3306681"/>
              <a:ext cx="55787" cy="153757"/>
            </a:xfrm>
            <a:custGeom>
              <a:avLst/>
              <a:gdLst/>
              <a:ahLst/>
              <a:cxnLst/>
              <a:rect l="l" t="t" r="r" b="b"/>
              <a:pathLst>
                <a:path w="2042" h="5628" extrusionOk="0">
                  <a:moveTo>
                    <a:pt x="0" y="0"/>
                  </a:moveTo>
                  <a:lnTo>
                    <a:pt x="0" y="5628"/>
                  </a:lnTo>
                  <a:cubicBezTo>
                    <a:pt x="1156" y="5434"/>
                    <a:pt x="2041" y="4428"/>
                    <a:pt x="2041" y="3218"/>
                  </a:cubicBezTo>
                  <a:lnTo>
                    <a:pt x="2041" y="2412"/>
                  </a:lnTo>
                  <a:cubicBezTo>
                    <a:pt x="2041" y="1200"/>
                    <a:pt x="1156" y="19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46">
              <a:extLst>
                <a:ext uri="{FF2B5EF4-FFF2-40B4-BE49-F238E27FC236}">
                  <a16:creationId xmlns:a16="http://schemas.microsoft.com/office/drawing/2014/main" id="{6438400F-9D6E-A4B9-9BC1-36B00FF8080D}"/>
                </a:ext>
              </a:extLst>
            </p:cNvPr>
            <p:cNvSpPr/>
            <p:nvPr/>
          </p:nvSpPr>
          <p:spPr>
            <a:xfrm>
              <a:off x="742032" y="3483305"/>
              <a:ext cx="288390" cy="88107"/>
            </a:xfrm>
            <a:custGeom>
              <a:avLst/>
              <a:gdLst/>
              <a:ahLst/>
              <a:cxnLst/>
              <a:rect l="l" t="t" r="r" b="b"/>
              <a:pathLst>
                <a:path w="10556" h="3225" extrusionOk="0">
                  <a:moveTo>
                    <a:pt x="2418" y="1210"/>
                  </a:moveTo>
                  <a:lnTo>
                    <a:pt x="2418" y="2015"/>
                  </a:lnTo>
                  <a:lnTo>
                    <a:pt x="1612" y="2015"/>
                  </a:lnTo>
                  <a:lnTo>
                    <a:pt x="1612" y="1210"/>
                  </a:lnTo>
                  <a:close/>
                  <a:moveTo>
                    <a:pt x="4030" y="1210"/>
                  </a:moveTo>
                  <a:lnTo>
                    <a:pt x="4030" y="2015"/>
                  </a:lnTo>
                  <a:lnTo>
                    <a:pt x="3224" y="2015"/>
                  </a:lnTo>
                  <a:lnTo>
                    <a:pt x="3224" y="1210"/>
                  </a:lnTo>
                  <a:close/>
                  <a:moveTo>
                    <a:pt x="7332" y="1210"/>
                  </a:moveTo>
                  <a:lnTo>
                    <a:pt x="7332" y="2015"/>
                  </a:lnTo>
                  <a:lnTo>
                    <a:pt x="6527" y="2015"/>
                  </a:lnTo>
                  <a:lnTo>
                    <a:pt x="6527" y="1210"/>
                  </a:lnTo>
                  <a:close/>
                  <a:moveTo>
                    <a:pt x="8944" y="1210"/>
                  </a:moveTo>
                  <a:lnTo>
                    <a:pt x="8944" y="2015"/>
                  </a:lnTo>
                  <a:lnTo>
                    <a:pt x="8138" y="2015"/>
                  </a:lnTo>
                  <a:lnTo>
                    <a:pt x="8138" y="1210"/>
                  </a:lnTo>
                  <a:close/>
                  <a:moveTo>
                    <a:pt x="1" y="1"/>
                  </a:moveTo>
                  <a:lnTo>
                    <a:pt x="1" y="3224"/>
                  </a:lnTo>
                  <a:lnTo>
                    <a:pt x="10556" y="3224"/>
                  </a:lnTo>
                  <a:lnTo>
                    <a:pt x="105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46">
              <a:extLst>
                <a:ext uri="{FF2B5EF4-FFF2-40B4-BE49-F238E27FC236}">
                  <a16:creationId xmlns:a16="http://schemas.microsoft.com/office/drawing/2014/main" id="{8366CFF3-4FC0-8715-8D56-06486D7EDE0E}"/>
                </a:ext>
              </a:extLst>
            </p:cNvPr>
            <p:cNvSpPr/>
            <p:nvPr/>
          </p:nvSpPr>
          <p:spPr>
            <a:xfrm>
              <a:off x="742032" y="3594115"/>
              <a:ext cx="288363" cy="87998"/>
            </a:xfrm>
            <a:custGeom>
              <a:avLst/>
              <a:gdLst/>
              <a:ahLst/>
              <a:cxnLst/>
              <a:rect l="l" t="t" r="r" b="b"/>
              <a:pathLst>
                <a:path w="10555" h="3221" extrusionOk="0">
                  <a:moveTo>
                    <a:pt x="2418" y="1209"/>
                  </a:moveTo>
                  <a:lnTo>
                    <a:pt x="2418" y="2015"/>
                  </a:lnTo>
                  <a:lnTo>
                    <a:pt x="1612" y="2015"/>
                  </a:lnTo>
                  <a:lnTo>
                    <a:pt x="1612" y="1209"/>
                  </a:lnTo>
                  <a:close/>
                  <a:moveTo>
                    <a:pt x="4030" y="1209"/>
                  </a:moveTo>
                  <a:lnTo>
                    <a:pt x="4030" y="2015"/>
                  </a:lnTo>
                  <a:lnTo>
                    <a:pt x="3224" y="2015"/>
                  </a:lnTo>
                  <a:lnTo>
                    <a:pt x="3224" y="1209"/>
                  </a:lnTo>
                  <a:close/>
                  <a:moveTo>
                    <a:pt x="7332" y="1209"/>
                  </a:moveTo>
                  <a:lnTo>
                    <a:pt x="7332" y="2015"/>
                  </a:lnTo>
                  <a:lnTo>
                    <a:pt x="6527" y="2015"/>
                  </a:lnTo>
                  <a:lnTo>
                    <a:pt x="6527" y="1209"/>
                  </a:lnTo>
                  <a:close/>
                  <a:moveTo>
                    <a:pt x="8944" y="1209"/>
                  </a:moveTo>
                  <a:lnTo>
                    <a:pt x="8944" y="2015"/>
                  </a:lnTo>
                  <a:lnTo>
                    <a:pt x="8138" y="2015"/>
                  </a:lnTo>
                  <a:lnTo>
                    <a:pt x="8138" y="1209"/>
                  </a:lnTo>
                  <a:close/>
                  <a:moveTo>
                    <a:pt x="1" y="0"/>
                  </a:moveTo>
                  <a:lnTo>
                    <a:pt x="1" y="3221"/>
                  </a:lnTo>
                  <a:lnTo>
                    <a:pt x="10554" y="3221"/>
                  </a:lnTo>
                  <a:lnTo>
                    <a:pt x="105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46">
              <a:extLst>
                <a:ext uri="{FF2B5EF4-FFF2-40B4-BE49-F238E27FC236}">
                  <a16:creationId xmlns:a16="http://schemas.microsoft.com/office/drawing/2014/main" id="{3BF7787C-4F9A-B547-041D-5B42F3D50C91}"/>
                </a:ext>
              </a:extLst>
            </p:cNvPr>
            <p:cNvSpPr/>
            <p:nvPr/>
          </p:nvSpPr>
          <p:spPr>
            <a:xfrm>
              <a:off x="978432" y="3336815"/>
              <a:ext cx="29943" cy="94281"/>
            </a:xfrm>
            <a:custGeom>
              <a:avLst/>
              <a:gdLst/>
              <a:ahLst/>
              <a:cxnLst/>
              <a:rect l="l" t="t" r="r" b="b"/>
              <a:pathLst>
                <a:path w="1096" h="3451" extrusionOk="0">
                  <a:moveTo>
                    <a:pt x="756" y="0"/>
                  </a:moveTo>
                  <a:lnTo>
                    <a:pt x="11" y="310"/>
                  </a:lnTo>
                  <a:cubicBezTo>
                    <a:pt x="196" y="755"/>
                    <a:pt x="290" y="1225"/>
                    <a:pt x="290" y="1712"/>
                  </a:cubicBezTo>
                  <a:cubicBezTo>
                    <a:pt x="290" y="2205"/>
                    <a:pt x="191" y="2686"/>
                    <a:pt x="1" y="3136"/>
                  </a:cubicBezTo>
                  <a:lnTo>
                    <a:pt x="744" y="3451"/>
                  </a:lnTo>
                  <a:cubicBezTo>
                    <a:pt x="975" y="2900"/>
                    <a:pt x="1095" y="2315"/>
                    <a:pt x="1095" y="1712"/>
                  </a:cubicBezTo>
                  <a:cubicBezTo>
                    <a:pt x="1095" y="1120"/>
                    <a:pt x="981" y="542"/>
                    <a:pt x="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46">
              <a:extLst>
                <a:ext uri="{FF2B5EF4-FFF2-40B4-BE49-F238E27FC236}">
                  <a16:creationId xmlns:a16="http://schemas.microsoft.com/office/drawing/2014/main" id="{3B779294-1F96-1414-7829-C356E71899B3}"/>
                </a:ext>
              </a:extLst>
            </p:cNvPr>
            <p:cNvSpPr/>
            <p:nvPr/>
          </p:nvSpPr>
          <p:spPr>
            <a:xfrm>
              <a:off x="1019111" y="3319959"/>
              <a:ext cx="33385" cy="128349"/>
            </a:xfrm>
            <a:custGeom>
              <a:avLst/>
              <a:gdLst/>
              <a:ahLst/>
              <a:cxnLst/>
              <a:rect l="l" t="t" r="r" b="b"/>
              <a:pathLst>
                <a:path w="1222" h="4698" extrusionOk="0">
                  <a:moveTo>
                    <a:pt x="760" y="1"/>
                  </a:moveTo>
                  <a:lnTo>
                    <a:pt x="14" y="310"/>
                  </a:lnTo>
                  <a:cubicBezTo>
                    <a:pt x="280" y="951"/>
                    <a:pt x="415" y="1630"/>
                    <a:pt x="415" y="2330"/>
                  </a:cubicBezTo>
                  <a:cubicBezTo>
                    <a:pt x="415" y="3042"/>
                    <a:pt x="276" y="3732"/>
                    <a:pt x="1" y="4383"/>
                  </a:cubicBezTo>
                  <a:lnTo>
                    <a:pt x="743" y="4698"/>
                  </a:lnTo>
                  <a:cubicBezTo>
                    <a:pt x="1060" y="3948"/>
                    <a:pt x="1221" y="3151"/>
                    <a:pt x="1221" y="2330"/>
                  </a:cubicBezTo>
                  <a:cubicBezTo>
                    <a:pt x="1221" y="1524"/>
                    <a:pt x="1066" y="740"/>
                    <a:pt x="7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46">
              <a:extLst>
                <a:ext uri="{FF2B5EF4-FFF2-40B4-BE49-F238E27FC236}">
                  <a16:creationId xmlns:a16="http://schemas.microsoft.com/office/drawing/2014/main" id="{595909E3-9173-A8BE-5E0D-175C44561AD0}"/>
                </a:ext>
              </a:extLst>
            </p:cNvPr>
            <p:cNvSpPr/>
            <p:nvPr/>
          </p:nvSpPr>
          <p:spPr>
            <a:xfrm>
              <a:off x="764161" y="3336050"/>
              <a:ext cx="29943" cy="94281"/>
            </a:xfrm>
            <a:custGeom>
              <a:avLst/>
              <a:gdLst/>
              <a:ahLst/>
              <a:cxnLst/>
              <a:rect l="l" t="t" r="r" b="b"/>
              <a:pathLst>
                <a:path w="1096" h="3451" extrusionOk="0">
                  <a:moveTo>
                    <a:pt x="353" y="1"/>
                  </a:moveTo>
                  <a:cubicBezTo>
                    <a:pt x="120" y="553"/>
                    <a:pt x="1" y="1136"/>
                    <a:pt x="1" y="1741"/>
                  </a:cubicBezTo>
                  <a:cubicBezTo>
                    <a:pt x="1" y="2333"/>
                    <a:pt x="114" y="2909"/>
                    <a:pt x="339" y="3451"/>
                  </a:cubicBezTo>
                  <a:lnTo>
                    <a:pt x="1087" y="3142"/>
                  </a:lnTo>
                  <a:cubicBezTo>
                    <a:pt x="902" y="2696"/>
                    <a:pt x="808" y="2226"/>
                    <a:pt x="808" y="1741"/>
                  </a:cubicBezTo>
                  <a:cubicBezTo>
                    <a:pt x="808" y="1246"/>
                    <a:pt x="905" y="767"/>
                    <a:pt x="1095" y="316"/>
                  </a:cubicBezTo>
                  <a:lnTo>
                    <a:pt x="3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46">
              <a:extLst>
                <a:ext uri="{FF2B5EF4-FFF2-40B4-BE49-F238E27FC236}">
                  <a16:creationId xmlns:a16="http://schemas.microsoft.com/office/drawing/2014/main" id="{B582CF64-12AC-C83D-EFE0-EF6B0A5D3000}"/>
                </a:ext>
              </a:extLst>
            </p:cNvPr>
            <p:cNvSpPr/>
            <p:nvPr/>
          </p:nvSpPr>
          <p:spPr>
            <a:xfrm>
              <a:off x="720012" y="3318839"/>
              <a:ext cx="33412" cy="128349"/>
            </a:xfrm>
            <a:custGeom>
              <a:avLst/>
              <a:gdLst/>
              <a:ahLst/>
              <a:cxnLst/>
              <a:rect l="l" t="t" r="r" b="b"/>
              <a:pathLst>
                <a:path w="1223" h="4698" extrusionOk="0">
                  <a:moveTo>
                    <a:pt x="478" y="1"/>
                  </a:moveTo>
                  <a:cubicBezTo>
                    <a:pt x="162" y="752"/>
                    <a:pt x="1" y="1548"/>
                    <a:pt x="1" y="2370"/>
                  </a:cubicBezTo>
                  <a:cubicBezTo>
                    <a:pt x="1" y="3176"/>
                    <a:pt x="156" y="3959"/>
                    <a:pt x="462" y="4698"/>
                  </a:cubicBezTo>
                  <a:lnTo>
                    <a:pt x="1210" y="4389"/>
                  </a:lnTo>
                  <a:cubicBezTo>
                    <a:pt x="944" y="3748"/>
                    <a:pt x="808" y="3069"/>
                    <a:pt x="808" y="2370"/>
                  </a:cubicBezTo>
                  <a:cubicBezTo>
                    <a:pt x="808" y="1656"/>
                    <a:pt x="947" y="966"/>
                    <a:pt x="1223" y="316"/>
                  </a:cubicBezTo>
                  <a:lnTo>
                    <a:pt x="4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9" name="Google Shape;1819;p46">
            <a:extLst>
              <a:ext uri="{FF2B5EF4-FFF2-40B4-BE49-F238E27FC236}">
                <a16:creationId xmlns:a16="http://schemas.microsoft.com/office/drawing/2014/main" id="{79277841-3637-6319-CBD1-70203D191D56}"/>
              </a:ext>
            </a:extLst>
          </p:cNvPr>
          <p:cNvGrpSpPr/>
          <p:nvPr/>
        </p:nvGrpSpPr>
        <p:grpSpPr>
          <a:xfrm>
            <a:off x="4762999" y="3151994"/>
            <a:ext cx="227439" cy="375513"/>
            <a:chOff x="1535514" y="3306381"/>
            <a:chExt cx="227439" cy="375513"/>
          </a:xfrm>
        </p:grpSpPr>
        <p:sp>
          <p:nvSpPr>
            <p:cNvPr id="1820" name="Google Shape;1820;p46">
              <a:extLst>
                <a:ext uri="{FF2B5EF4-FFF2-40B4-BE49-F238E27FC236}">
                  <a16:creationId xmlns:a16="http://schemas.microsoft.com/office/drawing/2014/main" id="{2EC44B00-9402-45D8-7A0D-679199C3B914}"/>
                </a:ext>
              </a:extLst>
            </p:cNvPr>
            <p:cNvSpPr/>
            <p:nvPr/>
          </p:nvSpPr>
          <p:spPr>
            <a:xfrm>
              <a:off x="1623512" y="3654274"/>
              <a:ext cx="52127" cy="27621"/>
            </a:xfrm>
            <a:custGeom>
              <a:avLst/>
              <a:gdLst/>
              <a:ahLst/>
              <a:cxnLst/>
              <a:rect l="l" t="t" r="r" b="b"/>
              <a:pathLst>
                <a:path w="1908" h="1011" extrusionOk="0">
                  <a:moveTo>
                    <a:pt x="0" y="1"/>
                  </a:moveTo>
                  <a:lnTo>
                    <a:pt x="0" y="37"/>
                  </a:lnTo>
                  <a:cubicBezTo>
                    <a:pt x="0" y="560"/>
                    <a:pt x="411" y="997"/>
                    <a:pt x="934" y="1010"/>
                  </a:cubicBezTo>
                  <a:cubicBezTo>
                    <a:pt x="941" y="1010"/>
                    <a:pt x="949" y="1010"/>
                    <a:pt x="957" y="1010"/>
                  </a:cubicBezTo>
                  <a:cubicBezTo>
                    <a:pt x="1481" y="1010"/>
                    <a:pt x="1908" y="579"/>
                    <a:pt x="1908" y="52"/>
                  </a:cubicBezTo>
                  <a:lnTo>
                    <a:pt x="19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46">
              <a:extLst>
                <a:ext uri="{FF2B5EF4-FFF2-40B4-BE49-F238E27FC236}">
                  <a16:creationId xmlns:a16="http://schemas.microsoft.com/office/drawing/2014/main" id="{DD2499C0-8979-3AAD-F292-9F484E5856FD}"/>
                </a:ext>
              </a:extLst>
            </p:cNvPr>
            <p:cNvSpPr/>
            <p:nvPr/>
          </p:nvSpPr>
          <p:spPr>
            <a:xfrm>
              <a:off x="1660202" y="3306381"/>
              <a:ext cx="85020" cy="52263"/>
            </a:xfrm>
            <a:custGeom>
              <a:avLst/>
              <a:gdLst/>
              <a:ahLst/>
              <a:cxnLst/>
              <a:rect l="l" t="t" r="r" b="b"/>
              <a:pathLst>
                <a:path w="3112" h="1913" extrusionOk="0">
                  <a:moveTo>
                    <a:pt x="1" y="1"/>
                  </a:moveTo>
                  <a:lnTo>
                    <a:pt x="1" y="1913"/>
                  </a:lnTo>
                  <a:lnTo>
                    <a:pt x="3111" y="1913"/>
                  </a:lnTo>
                  <a:cubicBezTo>
                    <a:pt x="2442" y="859"/>
                    <a:pt x="1308" y="127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46">
              <a:extLst>
                <a:ext uri="{FF2B5EF4-FFF2-40B4-BE49-F238E27FC236}">
                  <a16:creationId xmlns:a16="http://schemas.microsoft.com/office/drawing/2014/main" id="{992683CE-E63E-12C8-BEC1-B604FC427132}"/>
                </a:ext>
              </a:extLst>
            </p:cNvPr>
            <p:cNvSpPr/>
            <p:nvPr/>
          </p:nvSpPr>
          <p:spPr>
            <a:xfrm>
              <a:off x="1598596" y="3588241"/>
              <a:ext cx="101986" cy="44040"/>
            </a:xfrm>
            <a:custGeom>
              <a:avLst/>
              <a:gdLst/>
              <a:ahLst/>
              <a:cxnLst/>
              <a:rect l="l" t="t" r="r" b="b"/>
              <a:pathLst>
                <a:path w="3733" h="1612" extrusionOk="0">
                  <a:moveTo>
                    <a:pt x="1" y="0"/>
                  </a:moveTo>
                  <a:lnTo>
                    <a:pt x="1" y="1612"/>
                  </a:lnTo>
                  <a:lnTo>
                    <a:pt x="3733" y="1612"/>
                  </a:lnTo>
                  <a:lnTo>
                    <a:pt x="37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46">
              <a:extLst>
                <a:ext uri="{FF2B5EF4-FFF2-40B4-BE49-F238E27FC236}">
                  <a16:creationId xmlns:a16="http://schemas.microsoft.com/office/drawing/2014/main" id="{D2FC9002-394B-824E-7052-0A8AEAA4D680}"/>
                </a:ext>
              </a:extLst>
            </p:cNvPr>
            <p:cNvSpPr/>
            <p:nvPr/>
          </p:nvSpPr>
          <p:spPr>
            <a:xfrm>
              <a:off x="1660175" y="3380609"/>
              <a:ext cx="102778" cy="52864"/>
            </a:xfrm>
            <a:custGeom>
              <a:avLst/>
              <a:gdLst/>
              <a:ahLst/>
              <a:cxnLst/>
              <a:rect l="l" t="t" r="r" b="b"/>
              <a:pathLst>
                <a:path w="3762" h="1935" extrusionOk="0">
                  <a:moveTo>
                    <a:pt x="0" y="0"/>
                  </a:moveTo>
                  <a:lnTo>
                    <a:pt x="0" y="1934"/>
                  </a:lnTo>
                  <a:lnTo>
                    <a:pt x="3761" y="1934"/>
                  </a:lnTo>
                  <a:lnTo>
                    <a:pt x="3761" y="1435"/>
                  </a:lnTo>
                  <a:cubicBezTo>
                    <a:pt x="3761" y="931"/>
                    <a:pt x="3672" y="449"/>
                    <a:pt x="3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46">
              <a:extLst>
                <a:ext uri="{FF2B5EF4-FFF2-40B4-BE49-F238E27FC236}">
                  <a16:creationId xmlns:a16="http://schemas.microsoft.com/office/drawing/2014/main" id="{397E2B02-7ECB-E02F-97F6-5E07D45CE366}"/>
                </a:ext>
              </a:extLst>
            </p:cNvPr>
            <p:cNvSpPr/>
            <p:nvPr/>
          </p:nvSpPr>
          <p:spPr>
            <a:xfrm>
              <a:off x="1553163" y="3306381"/>
              <a:ext cx="85102" cy="52263"/>
            </a:xfrm>
            <a:custGeom>
              <a:avLst/>
              <a:gdLst/>
              <a:ahLst/>
              <a:cxnLst/>
              <a:rect l="l" t="t" r="r" b="b"/>
              <a:pathLst>
                <a:path w="3115" h="1913" extrusionOk="0">
                  <a:moveTo>
                    <a:pt x="3114" y="1"/>
                  </a:moveTo>
                  <a:cubicBezTo>
                    <a:pt x="1806" y="127"/>
                    <a:pt x="675" y="859"/>
                    <a:pt x="1" y="1913"/>
                  </a:cubicBezTo>
                  <a:lnTo>
                    <a:pt x="3114" y="1913"/>
                  </a:lnTo>
                  <a:lnTo>
                    <a:pt x="3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46">
              <a:extLst>
                <a:ext uri="{FF2B5EF4-FFF2-40B4-BE49-F238E27FC236}">
                  <a16:creationId xmlns:a16="http://schemas.microsoft.com/office/drawing/2014/main" id="{93CA9480-B7B7-753C-9700-01D2D5888CE5}"/>
                </a:ext>
              </a:extLst>
            </p:cNvPr>
            <p:cNvSpPr/>
            <p:nvPr/>
          </p:nvSpPr>
          <p:spPr>
            <a:xfrm>
              <a:off x="1660202" y="3530296"/>
              <a:ext cx="85812" cy="36718"/>
            </a:xfrm>
            <a:custGeom>
              <a:avLst/>
              <a:gdLst/>
              <a:ahLst/>
              <a:cxnLst/>
              <a:rect l="l" t="t" r="r" b="b"/>
              <a:pathLst>
                <a:path w="3141" h="1344" extrusionOk="0">
                  <a:moveTo>
                    <a:pt x="1" y="1"/>
                  </a:moveTo>
                  <a:lnTo>
                    <a:pt x="1" y="1343"/>
                  </a:lnTo>
                  <a:lnTo>
                    <a:pt x="1771" y="1343"/>
                  </a:lnTo>
                  <a:cubicBezTo>
                    <a:pt x="2333" y="1003"/>
                    <a:pt x="2799" y="539"/>
                    <a:pt x="3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46">
              <a:extLst>
                <a:ext uri="{FF2B5EF4-FFF2-40B4-BE49-F238E27FC236}">
                  <a16:creationId xmlns:a16="http://schemas.microsoft.com/office/drawing/2014/main" id="{2591B1B3-3356-62A6-9F9D-E3B46B83E49D}"/>
                </a:ext>
              </a:extLst>
            </p:cNvPr>
            <p:cNvSpPr/>
            <p:nvPr/>
          </p:nvSpPr>
          <p:spPr>
            <a:xfrm>
              <a:off x="1660120" y="3455466"/>
              <a:ext cx="102778" cy="52864"/>
            </a:xfrm>
            <a:custGeom>
              <a:avLst/>
              <a:gdLst/>
              <a:ahLst/>
              <a:cxnLst/>
              <a:rect l="l" t="t" r="r" b="b"/>
              <a:pathLst>
                <a:path w="3762" h="1935" extrusionOk="0">
                  <a:moveTo>
                    <a:pt x="1" y="0"/>
                  </a:moveTo>
                  <a:lnTo>
                    <a:pt x="4" y="1934"/>
                  </a:lnTo>
                  <a:lnTo>
                    <a:pt x="3507" y="1934"/>
                  </a:lnTo>
                  <a:cubicBezTo>
                    <a:pt x="3674" y="1481"/>
                    <a:pt x="3762" y="996"/>
                    <a:pt x="3762" y="500"/>
                  </a:cubicBezTo>
                  <a:lnTo>
                    <a:pt x="37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46">
              <a:extLst>
                <a:ext uri="{FF2B5EF4-FFF2-40B4-BE49-F238E27FC236}">
                  <a16:creationId xmlns:a16="http://schemas.microsoft.com/office/drawing/2014/main" id="{457897A6-EE47-DC16-0ABA-F38FDF4464D6}"/>
                </a:ext>
              </a:extLst>
            </p:cNvPr>
            <p:cNvSpPr/>
            <p:nvPr/>
          </p:nvSpPr>
          <p:spPr>
            <a:xfrm>
              <a:off x="1552343" y="3530296"/>
              <a:ext cx="85867" cy="36718"/>
            </a:xfrm>
            <a:custGeom>
              <a:avLst/>
              <a:gdLst/>
              <a:ahLst/>
              <a:cxnLst/>
              <a:rect l="l" t="t" r="r" b="b"/>
              <a:pathLst>
                <a:path w="3143" h="1344" extrusionOk="0">
                  <a:moveTo>
                    <a:pt x="0" y="1"/>
                  </a:moveTo>
                  <a:cubicBezTo>
                    <a:pt x="345" y="539"/>
                    <a:pt x="810" y="1003"/>
                    <a:pt x="1372" y="1343"/>
                  </a:cubicBezTo>
                  <a:lnTo>
                    <a:pt x="3143" y="1343"/>
                  </a:lnTo>
                  <a:lnTo>
                    <a:pt x="31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46">
              <a:extLst>
                <a:ext uri="{FF2B5EF4-FFF2-40B4-BE49-F238E27FC236}">
                  <a16:creationId xmlns:a16="http://schemas.microsoft.com/office/drawing/2014/main" id="{C2376B59-67E1-0A82-4466-6D93AA0A5009}"/>
                </a:ext>
              </a:extLst>
            </p:cNvPr>
            <p:cNvSpPr/>
            <p:nvPr/>
          </p:nvSpPr>
          <p:spPr>
            <a:xfrm>
              <a:off x="1535514" y="3455466"/>
              <a:ext cx="102696" cy="52864"/>
            </a:xfrm>
            <a:custGeom>
              <a:avLst/>
              <a:gdLst/>
              <a:ahLst/>
              <a:cxnLst/>
              <a:rect l="l" t="t" r="r" b="b"/>
              <a:pathLst>
                <a:path w="3759" h="1935" extrusionOk="0">
                  <a:moveTo>
                    <a:pt x="1" y="0"/>
                  </a:moveTo>
                  <a:lnTo>
                    <a:pt x="1" y="500"/>
                  </a:lnTo>
                  <a:cubicBezTo>
                    <a:pt x="1" y="996"/>
                    <a:pt x="90" y="1481"/>
                    <a:pt x="254" y="1934"/>
                  </a:cubicBezTo>
                  <a:lnTo>
                    <a:pt x="3759" y="1934"/>
                  </a:lnTo>
                  <a:lnTo>
                    <a:pt x="37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46">
              <a:extLst>
                <a:ext uri="{FF2B5EF4-FFF2-40B4-BE49-F238E27FC236}">
                  <a16:creationId xmlns:a16="http://schemas.microsoft.com/office/drawing/2014/main" id="{E17A6676-BF10-7BF9-B1BB-E09C8F6D6DC5}"/>
                </a:ext>
              </a:extLst>
            </p:cNvPr>
            <p:cNvSpPr/>
            <p:nvPr/>
          </p:nvSpPr>
          <p:spPr>
            <a:xfrm>
              <a:off x="1535514" y="3380637"/>
              <a:ext cx="102751" cy="52864"/>
            </a:xfrm>
            <a:custGeom>
              <a:avLst/>
              <a:gdLst/>
              <a:ahLst/>
              <a:cxnLst/>
              <a:rect l="l" t="t" r="r" b="b"/>
              <a:pathLst>
                <a:path w="3761" h="1935" extrusionOk="0">
                  <a:moveTo>
                    <a:pt x="253" y="1"/>
                  </a:moveTo>
                  <a:cubicBezTo>
                    <a:pt x="90" y="448"/>
                    <a:pt x="1" y="931"/>
                    <a:pt x="1" y="1435"/>
                  </a:cubicBezTo>
                  <a:lnTo>
                    <a:pt x="1" y="1935"/>
                  </a:lnTo>
                  <a:lnTo>
                    <a:pt x="3760" y="1935"/>
                  </a:lnTo>
                  <a:lnTo>
                    <a:pt x="37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0" name="Google Shape;1830;p46">
            <a:extLst>
              <a:ext uri="{FF2B5EF4-FFF2-40B4-BE49-F238E27FC236}">
                <a16:creationId xmlns:a16="http://schemas.microsoft.com/office/drawing/2014/main" id="{B4FDFE64-E051-D871-981E-831D8F922D9B}"/>
              </a:ext>
            </a:extLst>
          </p:cNvPr>
          <p:cNvGrpSpPr/>
          <p:nvPr/>
        </p:nvGrpSpPr>
        <p:grpSpPr>
          <a:xfrm>
            <a:off x="1026083" y="3151913"/>
            <a:ext cx="308115" cy="375650"/>
            <a:chOff x="2340498" y="3306545"/>
            <a:chExt cx="308115" cy="375650"/>
          </a:xfrm>
        </p:grpSpPr>
        <p:sp>
          <p:nvSpPr>
            <p:cNvPr id="1831" name="Google Shape;1831;p46">
              <a:extLst>
                <a:ext uri="{FF2B5EF4-FFF2-40B4-BE49-F238E27FC236}">
                  <a16:creationId xmlns:a16="http://schemas.microsoft.com/office/drawing/2014/main" id="{A9BEB5CB-3747-FAFD-F7F7-C8CB0397762C}"/>
                </a:ext>
              </a:extLst>
            </p:cNvPr>
            <p:cNvSpPr/>
            <p:nvPr/>
          </p:nvSpPr>
          <p:spPr>
            <a:xfrm>
              <a:off x="2406557" y="3372550"/>
              <a:ext cx="176050" cy="176050"/>
            </a:xfrm>
            <a:custGeom>
              <a:avLst/>
              <a:gdLst/>
              <a:ahLst/>
              <a:cxnLst/>
              <a:rect l="l" t="t" r="r" b="b"/>
              <a:pathLst>
                <a:path w="6444" h="6444" extrusionOk="0">
                  <a:moveTo>
                    <a:pt x="3623" y="1614"/>
                  </a:moveTo>
                  <a:lnTo>
                    <a:pt x="3623" y="4836"/>
                  </a:lnTo>
                  <a:lnTo>
                    <a:pt x="2818" y="4836"/>
                  </a:lnTo>
                  <a:lnTo>
                    <a:pt x="2818" y="4030"/>
                  </a:lnTo>
                  <a:lnTo>
                    <a:pt x="2012" y="4030"/>
                  </a:lnTo>
                  <a:lnTo>
                    <a:pt x="2012" y="4836"/>
                  </a:lnTo>
                  <a:lnTo>
                    <a:pt x="1206" y="4836"/>
                  </a:lnTo>
                  <a:lnTo>
                    <a:pt x="1206" y="1614"/>
                  </a:lnTo>
                  <a:close/>
                  <a:moveTo>
                    <a:pt x="5235" y="1614"/>
                  </a:moveTo>
                  <a:lnTo>
                    <a:pt x="5235" y="4836"/>
                  </a:lnTo>
                  <a:lnTo>
                    <a:pt x="4429" y="4836"/>
                  </a:lnTo>
                  <a:lnTo>
                    <a:pt x="4429" y="1614"/>
                  </a:lnTo>
                  <a:close/>
                  <a:moveTo>
                    <a:pt x="3220" y="1"/>
                  </a:moveTo>
                  <a:cubicBezTo>
                    <a:pt x="1445" y="1"/>
                    <a:pt x="0" y="1445"/>
                    <a:pt x="0" y="3221"/>
                  </a:cubicBezTo>
                  <a:cubicBezTo>
                    <a:pt x="0" y="4998"/>
                    <a:pt x="1445" y="6443"/>
                    <a:pt x="3220" y="6443"/>
                  </a:cubicBezTo>
                  <a:cubicBezTo>
                    <a:pt x="4998" y="6443"/>
                    <a:pt x="6442" y="4998"/>
                    <a:pt x="6442" y="3221"/>
                  </a:cubicBezTo>
                  <a:cubicBezTo>
                    <a:pt x="6444" y="1447"/>
                    <a:pt x="4999" y="1"/>
                    <a:pt x="3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46">
              <a:extLst>
                <a:ext uri="{FF2B5EF4-FFF2-40B4-BE49-F238E27FC236}">
                  <a16:creationId xmlns:a16="http://schemas.microsoft.com/office/drawing/2014/main" id="{85C98631-EA6D-4E31-BF9A-070CC0FEF5CC}"/>
                </a:ext>
              </a:extLst>
            </p:cNvPr>
            <p:cNvSpPr/>
            <p:nvPr/>
          </p:nvSpPr>
          <p:spPr>
            <a:xfrm>
              <a:off x="2461580" y="3438610"/>
              <a:ext cx="22047" cy="22047"/>
            </a:xfrm>
            <a:custGeom>
              <a:avLst/>
              <a:gdLst/>
              <a:ahLst/>
              <a:cxnLst/>
              <a:rect l="l" t="t" r="r" b="b"/>
              <a:pathLst>
                <a:path w="807" h="807" extrusionOk="0">
                  <a:moveTo>
                    <a:pt x="1" y="0"/>
                  </a:moveTo>
                  <a:lnTo>
                    <a:pt x="1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46">
              <a:extLst>
                <a:ext uri="{FF2B5EF4-FFF2-40B4-BE49-F238E27FC236}">
                  <a16:creationId xmlns:a16="http://schemas.microsoft.com/office/drawing/2014/main" id="{7357B59F-98D5-5080-7150-B83EC7818974}"/>
                </a:ext>
              </a:extLst>
            </p:cNvPr>
            <p:cNvSpPr/>
            <p:nvPr/>
          </p:nvSpPr>
          <p:spPr>
            <a:xfrm>
              <a:off x="2340498" y="3306545"/>
              <a:ext cx="308115" cy="375650"/>
            </a:xfrm>
            <a:custGeom>
              <a:avLst/>
              <a:gdLst/>
              <a:ahLst/>
              <a:cxnLst/>
              <a:rect l="l" t="t" r="r" b="b"/>
              <a:pathLst>
                <a:path w="11278" h="13750" extrusionOk="0">
                  <a:moveTo>
                    <a:pt x="5638" y="1612"/>
                  </a:moveTo>
                  <a:cubicBezTo>
                    <a:pt x="7861" y="1612"/>
                    <a:pt x="9666" y="3420"/>
                    <a:pt x="9666" y="5640"/>
                  </a:cubicBezTo>
                  <a:cubicBezTo>
                    <a:pt x="9668" y="7861"/>
                    <a:pt x="7861" y="9666"/>
                    <a:pt x="5638" y="9666"/>
                  </a:cubicBezTo>
                  <a:cubicBezTo>
                    <a:pt x="3417" y="9666"/>
                    <a:pt x="1612" y="7860"/>
                    <a:pt x="1612" y="5640"/>
                  </a:cubicBezTo>
                  <a:cubicBezTo>
                    <a:pt x="1612" y="3417"/>
                    <a:pt x="3419" y="1612"/>
                    <a:pt x="5638" y="1612"/>
                  </a:cubicBezTo>
                  <a:close/>
                  <a:moveTo>
                    <a:pt x="5638" y="1"/>
                  </a:moveTo>
                  <a:cubicBezTo>
                    <a:pt x="2529" y="1"/>
                    <a:pt x="0" y="2530"/>
                    <a:pt x="0" y="5640"/>
                  </a:cubicBezTo>
                  <a:cubicBezTo>
                    <a:pt x="0" y="8333"/>
                    <a:pt x="1899" y="10594"/>
                    <a:pt x="4430" y="11149"/>
                  </a:cubicBezTo>
                  <a:lnTo>
                    <a:pt x="4430" y="13750"/>
                  </a:lnTo>
                  <a:lnTo>
                    <a:pt x="6847" y="13750"/>
                  </a:lnTo>
                  <a:lnTo>
                    <a:pt x="6847" y="11149"/>
                  </a:lnTo>
                  <a:cubicBezTo>
                    <a:pt x="9379" y="10594"/>
                    <a:pt x="11278" y="8333"/>
                    <a:pt x="11278" y="5640"/>
                  </a:cubicBezTo>
                  <a:cubicBezTo>
                    <a:pt x="11278" y="2530"/>
                    <a:pt x="8749" y="1"/>
                    <a:pt x="56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4" name="Google Shape;1834;p46">
            <a:extLst>
              <a:ext uri="{FF2B5EF4-FFF2-40B4-BE49-F238E27FC236}">
                <a16:creationId xmlns:a16="http://schemas.microsoft.com/office/drawing/2014/main" id="{F9822136-CC7F-D1A1-50EA-667CA6467668}"/>
              </a:ext>
            </a:extLst>
          </p:cNvPr>
          <p:cNvGrpSpPr/>
          <p:nvPr/>
        </p:nvGrpSpPr>
        <p:grpSpPr>
          <a:xfrm>
            <a:off x="4688866" y="1784134"/>
            <a:ext cx="375705" cy="331637"/>
            <a:chOff x="3155945" y="3306545"/>
            <a:chExt cx="375705" cy="331637"/>
          </a:xfrm>
        </p:grpSpPr>
        <p:sp>
          <p:nvSpPr>
            <p:cNvPr id="1835" name="Google Shape;1835;p46">
              <a:extLst>
                <a:ext uri="{FF2B5EF4-FFF2-40B4-BE49-F238E27FC236}">
                  <a16:creationId xmlns:a16="http://schemas.microsoft.com/office/drawing/2014/main" id="{9334CC30-6326-A3AC-9BA3-98ECB526298B}"/>
                </a:ext>
              </a:extLst>
            </p:cNvPr>
            <p:cNvSpPr/>
            <p:nvPr/>
          </p:nvSpPr>
          <p:spPr>
            <a:xfrm>
              <a:off x="3155945" y="3306545"/>
              <a:ext cx="375677" cy="221593"/>
            </a:xfrm>
            <a:custGeom>
              <a:avLst/>
              <a:gdLst/>
              <a:ahLst/>
              <a:cxnLst/>
              <a:rect l="l" t="t" r="r" b="b"/>
              <a:pathLst>
                <a:path w="13751" h="8111" extrusionOk="0">
                  <a:moveTo>
                    <a:pt x="2417" y="1665"/>
                  </a:moveTo>
                  <a:lnTo>
                    <a:pt x="2417" y="2471"/>
                  </a:lnTo>
                  <a:lnTo>
                    <a:pt x="1611" y="2471"/>
                  </a:lnTo>
                  <a:lnTo>
                    <a:pt x="1611" y="1665"/>
                  </a:lnTo>
                  <a:close/>
                  <a:moveTo>
                    <a:pt x="4029" y="1665"/>
                  </a:moveTo>
                  <a:lnTo>
                    <a:pt x="4029" y="2471"/>
                  </a:lnTo>
                  <a:lnTo>
                    <a:pt x="3223" y="2471"/>
                  </a:lnTo>
                  <a:lnTo>
                    <a:pt x="3223" y="1665"/>
                  </a:lnTo>
                  <a:close/>
                  <a:moveTo>
                    <a:pt x="10527" y="1665"/>
                  </a:moveTo>
                  <a:lnTo>
                    <a:pt x="10527" y="2471"/>
                  </a:lnTo>
                  <a:lnTo>
                    <a:pt x="9721" y="2471"/>
                  </a:lnTo>
                  <a:lnTo>
                    <a:pt x="9721" y="1665"/>
                  </a:lnTo>
                  <a:close/>
                  <a:moveTo>
                    <a:pt x="12139" y="1665"/>
                  </a:moveTo>
                  <a:lnTo>
                    <a:pt x="12139" y="2471"/>
                  </a:lnTo>
                  <a:lnTo>
                    <a:pt x="11333" y="2471"/>
                  </a:lnTo>
                  <a:lnTo>
                    <a:pt x="11333" y="1665"/>
                  </a:lnTo>
                  <a:close/>
                  <a:moveTo>
                    <a:pt x="2417" y="3275"/>
                  </a:moveTo>
                  <a:lnTo>
                    <a:pt x="2417" y="4081"/>
                  </a:lnTo>
                  <a:lnTo>
                    <a:pt x="1611" y="4081"/>
                  </a:lnTo>
                  <a:lnTo>
                    <a:pt x="1611" y="3275"/>
                  </a:lnTo>
                  <a:close/>
                  <a:moveTo>
                    <a:pt x="4029" y="3275"/>
                  </a:moveTo>
                  <a:lnTo>
                    <a:pt x="4029" y="4081"/>
                  </a:lnTo>
                  <a:lnTo>
                    <a:pt x="3223" y="4081"/>
                  </a:lnTo>
                  <a:lnTo>
                    <a:pt x="3223" y="3275"/>
                  </a:lnTo>
                  <a:close/>
                  <a:moveTo>
                    <a:pt x="10527" y="3275"/>
                  </a:moveTo>
                  <a:lnTo>
                    <a:pt x="10527" y="4081"/>
                  </a:lnTo>
                  <a:lnTo>
                    <a:pt x="9721" y="4081"/>
                  </a:lnTo>
                  <a:lnTo>
                    <a:pt x="9721" y="3275"/>
                  </a:lnTo>
                  <a:close/>
                  <a:moveTo>
                    <a:pt x="12139" y="3275"/>
                  </a:moveTo>
                  <a:lnTo>
                    <a:pt x="12139" y="4081"/>
                  </a:lnTo>
                  <a:lnTo>
                    <a:pt x="11333" y="4081"/>
                  </a:lnTo>
                  <a:lnTo>
                    <a:pt x="11333" y="3275"/>
                  </a:lnTo>
                  <a:close/>
                  <a:moveTo>
                    <a:pt x="2417" y="4887"/>
                  </a:moveTo>
                  <a:lnTo>
                    <a:pt x="2417" y="5693"/>
                  </a:lnTo>
                  <a:lnTo>
                    <a:pt x="1611" y="5693"/>
                  </a:lnTo>
                  <a:lnTo>
                    <a:pt x="1611" y="4887"/>
                  </a:lnTo>
                  <a:close/>
                  <a:moveTo>
                    <a:pt x="4029" y="4887"/>
                  </a:moveTo>
                  <a:lnTo>
                    <a:pt x="4029" y="5693"/>
                  </a:lnTo>
                  <a:lnTo>
                    <a:pt x="3223" y="5693"/>
                  </a:lnTo>
                  <a:lnTo>
                    <a:pt x="3223" y="4887"/>
                  </a:lnTo>
                  <a:close/>
                  <a:moveTo>
                    <a:pt x="10527" y="4887"/>
                  </a:moveTo>
                  <a:lnTo>
                    <a:pt x="10527" y="5693"/>
                  </a:lnTo>
                  <a:lnTo>
                    <a:pt x="9721" y="5693"/>
                  </a:lnTo>
                  <a:lnTo>
                    <a:pt x="9721" y="4887"/>
                  </a:lnTo>
                  <a:close/>
                  <a:moveTo>
                    <a:pt x="12139" y="4887"/>
                  </a:moveTo>
                  <a:lnTo>
                    <a:pt x="12139" y="5693"/>
                  </a:lnTo>
                  <a:lnTo>
                    <a:pt x="11333" y="5693"/>
                  </a:lnTo>
                  <a:lnTo>
                    <a:pt x="11333" y="4887"/>
                  </a:lnTo>
                  <a:close/>
                  <a:moveTo>
                    <a:pt x="2417" y="6499"/>
                  </a:moveTo>
                  <a:lnTo>
                    <a:pt x="2417" y="7305"/>
                  </a:lnTo>
                  <a:lnTo>
                    <a:pt x="1611" y="7305"/>
                  </a:lnTo>
                  <a:lnTo>
                    <a:pt x="1611" y="6499"/>
                  </a:lnTo>
                  <a:close/>
                  <a:moveTo>
                    <a:pt x="4029" y="6499"/>
                  </a:moveTo>
                  <a:lnTo>
                    <a:pt x="4029" y="7305"/>
                  </a:lnTo>
                  <a:lnTo>
                    <a:pt x="3223" y="7305"/>
                  </a:lnTo>
                  <a:lnTo>
                    <a:pt x="3223" y="6499"/>
                  </a:lnTo>
                  <a:close/>
                  <a:moveTo>
                    <a:pt x="6877" y="1608"/>
                  </a:moveTo>
                  <a:cubicBezTo>
                    <a:pt x="7765" y="1608"/>
                    <a:pt x="8489" y="2332"/>
                    <a:pt x="8489" y="3220"/>
                  </a:cubicBezTo>
                  <a:cubicBezTo>
                    <a:pt x="8489" y="3669"/>
                    <a:pt x="8303" y="4075"/>
                    <a:pt x="8007" y="4368"/>
                  </a:cubicBezTo>
                  <a:cubicBezTo>
                    <a:pt x="8556" y="4735"/>
                    <a:pt x="8918" y="5359"/>
                    <a:pt x="8918" y="6068"/>
                  </a:cubicBezTo>
                  <a:lnTo>
                    <a:pt x="8918" y="7305"/>
                  </a:lnTo>
                  <a:lnTo>
                    <a:pt x="4835" y="7305"/>
                  </a:lnTo>
                  <a:lnTo>
                    <a:pt x="4835" y="6068"/>
                  </a:lnTo>
                  <a:cubicBezTo>
                    <a:pt x="4835" y="5359"/>
                    <a:pt x="5197" y="4735"/>
                    <a:pt x="5746" y="4368"/>
                  </a:cubicBezTo>
                  <a:cubicBezTo>
                    <a:pt x="5450" y="4075"/>
                    <a:pt x="5265" y="3669"/>
                    <a:pt x="5265" y="3220"/>
                  </a:cubicBezTo>
                  <a:cubicBezTo>
                    <a:pt x="5265" y="2332"/>
                    <a:pt x="5988" y="1608"/>
                    <a:pt x="6877" y="1608"/>
                  </a:cubicBezTo>
                  <a:close/>
                  <a:moveTo>
                    <a:pt x="10527" y="6499"/>
                  </a:moveTo>
                  <a:lnTo>
                    <a:pt x="10527" y="7305"/>
                  </a:lnTo>
                  <a:lnTo>
                    <a:pt x="9721" y="7305"/>
                  </a:lnTo>
                  <a:lnTo>
                    <a:pt x="9721" y="6499"/>
                  </a:lnTo>
                  <a:close/>
                  <a:moveTo>
                    <a:pt x="12139" y="6499"/>
                  </a:moveTo>
                  <a:lnTo>
                    <a:pt x="12139" y="7305"/>
                  </a:lnTo>
                  <a:lnTo>
                    <a:pt x="11333" y="7305"/>
                  </a:lnTo>
                  <a:lnTo>
                    <a:pt x="11333" y="6499"/>
                  </a:lnTo>
                  <a:close/>
                  <a:moveTo>
                    <a:pt x="1" y="1"/>
                  </a:moveTo>
                  <a:lnTo>
                    <a:pt x="1" y="8110"/>
                  </a:lnTo>
                  <a:lnTo>
                    <a:pt x="13750" y="8110"/>
                  </a:lnTo>
                  <a:lnTo>
                    <a:pt x="137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46">
              <a:extLst>
                <a:ext uri="{FF2B5EF4-FFF2-40B4-BE49-F238E27FC236}">
                  <a16:creationId xmlns:a16="http://schemas.microsoft.com/office/drawing/2014/main" id="{BBF2B189-AA5A-39FD-5189-0F56FA36B23B}"/>
                </a:ext>
              </a:extLst>
            </p:cNvPr>
            <p:cNvSpPr/>
            <p:nvPr/>
          </p:nvSpPr>
          <p:spPr>
            <a:xfrm>
              <a:off x="3321723" y="3372550"/>
              <a:ext cx="44040" cy="44067"/>
            </a:xfrm>
            <a:custGeom>
              <a:avLst/>
              <a:gdLst/>
              <a:ahLst/>
              <a:cxnLst/>
              <a:rect l="l" t="t" r="r" b="b"/>
              <a:pathLst>
                <a:path w="1612" h="1613" extrusionOk="0">
                  <a:moveTo>
                    <a:pt x="806" y="1"/>
                  </a:moveTo>
                  <a:cubicBezTo>
                    <a:pt x="361" y="1"/>
                    <a:pt x="0" y="361"/>
                    <a:pt x="0" y="807"/>
                  </a:cubicBezTo>
                  <a:cubicBezTo>
                    <a:pt x="0" y="1251"/>
                    <a:pt x="361" y="1612"/>
                    <a:pt x="806" y="1612"/>
                  </a:cubicBezTo>
                  <a:cubicBezTo>
                    <a:pt x="1252" y="1612"/>
                    <a:pt x="1612" y="1251"/>
                    <a:pt x="1612" y="807"/>
                  </a:cubicBezTo>
                  <a:cubicBezTo>
                    <a:pt x="1612" y="361"/>
                    <a:pt x="1252" y="1"/>
                    <a:pt x="8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46">
              <a:extLst>
                <a:ext uri="{FF2B5EF4-FFF2-40B4-BE49-F238E27FC236}">
                  <a16:creationId xmlns:a16="http://schemas.microsoft.com/office/drawing/2014/main" id="{FA65BD81-FE05-5BE6-B38D-B6BA253D9A5B}"/>
                </a:ext>
              </a:extLst>
            </p:cNvPr>
            <p:cNvSpPr/>
            <p:nvPr/>
          </p:nvSpPr>
          <p:spPr>
            <a:xfrm>
              <a:off x="3310030" y="3438610"/>
              <a:ext cx="67508" cy="45488"/>
            </a:xfrm>
            <a:custGeom>
              <a:avLst/>
              <a:gdLst/>
              <a:ahLst/>
              <a:cxnLst/>
              <a:rect l="l" t="t" r="r" b="b"/>
              <a:pathLst>
                <a:path w="2471" h="1665" extrusionOk="0">
                  <a:moveTo>
                    <a:pt x="1234" y="0"/>
                  </a:moveTo>
                  <a:cubicBezTo>
                    <a:pt x="553" y="0"/>
                    <a:pt x="0" y="554"/>
                    <a:pt x="0" y="1234"/>
                  </a:cubicBezTo>
                  <a:lnTo>
                    <a:pt x="0" y="1665"/>
                  </a:lnTo>
                  <a:lnTo>
                    <a:pt x="2471" y="1665"/>
                  </a:lnTo>
                  <a:lnTo>
                    <a:pt x="2471" y="1234"/>
                  </a:lnTo>
                  <a:cubicBezTo>
                    <a:pt x="2471" y="554"/>
                    <a:pt x="1915" y="0"/>
                    <a:pt x="12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46">
              <a:extLst>
                <a:ext uri="{FF2B5EF4-FFF2-40B4-BE49-F238E27FC236}">
                  <a16:creationId xmlns:a16="http://schemas.microsoft.com/office/drawing/2014/main" id="{D36EA5DC-F954-CA6F-DA76-2522F407DBD2}"/>
                </a:ext>
              </a:extLst>
            </p:cNvPr>
            <p:cNvSpPr/>
            <p:nvPr/>
          </p:nvSpPr>
          <p:spPr>
            <a:xfrm>
              <a:off x="3156000" y="3550075"/>
              <a:ext cx="375650" cy="88107"/>
            </a:xfrm>
            <a:custGeom>
              <a:avLst/>
              <a:gdLst/>
              <a:ahLst/>
              <a:cxnLst/>
              <a:rect l="l" t="t" r="r" b="b"/>
              <a:pathLst>
                <a:path w="13750" h="3225" extrusionOk="0">
                  <a:moveTo>
                    <a:pt x="0" y="1"/>
                  </a:moveTo>
                  <a:lnTo>
                    <a:pt x="0" y="1612"/>
                  </a:lnTo>
                  <a:lnTo>
                    <a:pt x="5263" y="1612"/>
                  </a:lnTo>
                  <a:lnTo>
                    <a:pt x="5263" y="2418"/>
                  </a:lnTo>
                  <a:lnTo>
                    <a:pt x="1611" y="2418"/>
                  </a:lnTo>
                  <a:lnTo>
                    <a:pt x="1611" y="3224"/>
                  </a:lnTo>
                  <a:lnTo>
                    <a:pt x="12138" y="3224"/>
                  </a:lnTo>
                  <a:lnTo>
                    <a:pt x="12138" y="2418"/>
                  </a:lnTo>
                  <a:lnTo>
                    <a:pt x="8487" y="2418"/>
                  </a:lnTo>
                  <a:lnTo>
                    <a:pt x="8487" y="1612"/>
                  </a:lnTo>
                  <a:lnTo>
                    <a:pt x="13750" y="1612"/>
                  </a:lnTo>
                  <a:lnTo>
                    <a:pt x="137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9" name="Google Shape;1839;p46">
            <a:extLst>
              <a:ext uri="{FF2B5EF4-FFF2-40B4-BE49-F238E27FC236}">
                <a16:creationId xmlns:a16="http://schemas.microsoft.com/office/drawing/2014/main" id="{7B9DCB4B-EF06-127D-B1F3-3C471FBF7A1B}"/>
              </a:ext>
            </a:extLst>
          </p:cNvPr>
          <p:cNvSpPr/>
          <p:nvPr/>
        </p:nvSpPr>
        <p:spPr>
          <a:xfrm>
            <a:off x="1346381" y="4392256"/>
            <a:ext cx="425556" cy="432527"/>
          </a:xfrm>
          <a:custGeom>
            <a:avLst/>
            <a:gdLst/>
            <a:ahLst/>
            <a:cxnLst/>
            <a:rect l="l" t="t" r="r" b="b"/>
            <a:pathLst>
              <a:path w="4762" h="4840" extrusionOk="0">
                <a:moveTo>
                  <a:pt x="2386" y="1333"/>
                </a:moveTo>
                <a:cubicBezTo>
                  <a:pt x="2559" y="1333"/>
                  <a:pt x="2735" y="1374"/>
                  <a:pt x="2901" y="1459"/>
                </a:cubicBezTo>
                <a:cubicBezTo>
                  <a:pt x="3444" y="1754"/>
                  <a:pt x="3630" y="2405"/>
                  <a:pt x="3351" y="2948"/>
                </a:cubicBezTo>
                <a:cubicBezTo>
                  <a:pt x="3148" y="3321"/>
                  <a:pt x="2776" y="3533"/>
                  <a:pt x="2382" y="3533"/>
                </a:cubicBezTo>
                <a:cubicBezTo>
                  <a:pt x="2204" y="3533"/>
                  <a:pt x="2020" y="3490"/>
                  <a:pt x="1846" y="3398"/>
                </a:cubicBezTo>
                <a:cubicBezTo>
                  <a:pt x="1303" y="3103"/>
                  <a:pt x="1117" y="2452"/>
                  <a:pt x="1412" y="1909"/>
                </a:cubicBezTo>
                <a:cubicBezTo>
                  <a:pt x="1617" y="1542"/>
                  <a:pt x="1993" y="1333"/>
                  <a:pt x="2386" y="1333"/>
                </a:cubicBezTo>
                <a:close/>
                <a:moveTo>
                  <a:pt x="2901" y="1"/>
                </a:moveTo>
                <a:lnTo>
                  <a:pt x="2715" y="373"/>
                </a:lnTo>
                <a:cubicBezTo>
                  <a:pt x="2653" y="466"/>
                  <a:pt x="2529" y="544"/>
                  <a:pt x="2420" y="544"/>
                </a:cubicBezTo>
                <a:lnTo>
                  <a:pt x="2218" y="544"/>
                </a:lnTo>
                <a:cubicBezTo>
                  <a:pt x="2205" y="546"/>
                  <a:pt x="2191" y="547"/>
                  <a:pt x="2178" y="547"/>
                </a:cubicBezTo>
                <a:cubicBezTo>
                  <a:pt x="2080" y="547"/>
                  <a:pt x="1976" y="498"/>
                  <a:pt x="1908" y="389"/>
                </a:cubicBezTo>
                <a:lnTo>
                  <a:pt x="1691" y="48"/>
                </a:lnTo>
                <a:lnTo>
                  <a:pt x="559" y="745"/>
                </a:lnTo>
                <a:lnTo>
                  <a:pt x="776" y="1133"/>
                </a:lnTo>
                <a:cubicBezTo>
                  <a:pt x="822" y="1226"/>
                  <a:pt x="822" y="1366"/>
                  <a:pt x="776" y="1459"/>
                </a:cubicBezTo>
                <a:lnTo>
                  <a:pt x="714" y="1536"/>
                </a:lnTo>
                <a:cubicBezTo>
                  <a:pt x="698" y="1567"/>
                  <a:pt x="667" y="1598"/>
                  <a:pt x="667" y="1630"/>
                </a:cubicBezTo>
                <a:cubicBezTo>
                  <a:pt x="621" y="1754"/>
                  <a:pt x="512" y="1800"/>
                  <a:pt x="404" y="1816"/>
                </a:cubicBezTo>
                <a:lnTo>
                  <a:pt x="0" y="1847"/>
                </a:lnTo>
                <a:lnTo>
                  <a:pt x="32" y="3180"/>
                </a:lnTo>
                <a:lnTo>
                  <a:pt x="435" y="3165"/>
                </a:lnTo>
                <a:cubicBezTo>
                  <a:pt x="559" y="3165"/>
                  <a:pt x="667" y="3211"/>
                  <a:pt x="729" y="3336"/>
                </a:cubicBezTo>
                <a:lnTo>
                  <a:pt x="854" y="3506"/>
                </a:lnTo>
                <a:cubicBezTo>
                  <a:pt x="931" y="3599"/>
                  <a:pt x="931" y="3739"/>
                  <a:pt x="869" y="3832"/>
                </a:cubicBezTo>
                <a:lnTo>
                  <a:pt x="667" y="4204"/>
                </a:lnTo>
                <a:lnTo>
                  <a:pt x="1862" y="4840"/>
                </a:lnTo>
                <a:lnTo>
                  <a:pt x="2048" y="4483"/>
                </a:lnTo>
                <a:cubicBezTo>
                  <a:pt x="2110" y="4375"/>
                  <a:pt x="2218" y="4297"/>
                  <a:pt x="2342" y="4297"/>
                </a:cubicBezTo>
                <a:lnTo>
                  <a:pt x="2529" y="4297"/>
                </a:lnTo>
                <a:cubicBezTo>
                  <a:pt x="2541" y="4296"/>
                  <a:pt x="2554" y="4295"/>
                  <a:pt x="2566" y="4295"/>
                </a:cubicBezTo>
                <a:cubicBezTo>
                  <a:pt x="2674" y="4295"/>
                  <a:pt x="2769" y="4355"/>
                  <a:pt x="2839" y="4452"/>
                </a:cubicBezTo>
                <a:lnTo>
                  <a:pt x="3056" y="4809"/>
                </a:lnTo>
                <a:lnTo>
                  <a:pt x="4204" y="4096"/>
                </a:lnTo>
                <a:lnTo>
                  <a:pt x="3986" y="3739"/>
                </a:lnTo>
                <a:cubicBezTo>
                  <a:pt x="3924" y="3646"/>
                  <a:pt x="3924" y="3506"/>
                  <a:pt x="3986" y="3413"/>
                </a:cubicBezTo>
                <a:lnTo>
                  <a:pt x="4048" y="3336"/>
                </a:lnTo>
                <a:cubicBezTo>
                  <a:pt x="4064" y="3305"/>
                  <a:pt x="4080" y="3274"/>
                  <a:pt x="4080" y="3242"/>
                </a:cubicBezTo>
                <a:cubicBezTo>
                  <a:pt x="4142" y="3118"/>
                  <a:pt x="4235" y="3072"/>
                  <a:pt x="4359" y="3041"/>
                </a:cubicBezTo>
                <a:lnTo>
                  <a:pt x="4762" y="3025"/>
                </a:lnTo>
                <a:lnTo>
                  <a:pt x="4731" y="1692"/>
                </a:lnTo>
                <a:lnTo>
                  <a:pt x="4312" y="1692"/>
                </a:lnTo>
                <a:cubicBezTo>
                  <a:pt x="4204" y="1692"/>
                  <a:pt x="4080" y="1630"/>
                  <a:pt x="4033" y="1521"/>
                </a:cubicBezTo>
                <a:lnTo>
                  <a:pt x="3909" y="1335"/>
                </a:lnTo>
                <a:cubicBezTo>
                  <a:pt x="3831" y="1242"/>
                  <a:pt x="3831" y="1102"/>
                  <a:pt x="3893" y="1009"/>
                </a:cubicBezTo>
                <a:lnTo>
                  <a:pt x="4080" y="637"/>
                </a:lnTo>
                <a:lnTo>
                  <a:pt x="290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40" name="Google Shape;1840;p46">
            <a:extLst>
              <a:ext uri="{FF2B5EF4-FFF2-40B4-BE49-F238E27FC236}">
                <a16:creationId xmlns:a16="http://schemas.microsoft.com/office/drawing/2014/main" id="{583B38F3-EF44-6D78-35A7-668EB7187234}"/>
              </a:ext>
            </a:extLst>
          </p:cNvPr>
          <p:cNvGrpSpPr/>
          <p:nvPr/>
        </p:nvGrpSpPr>
        <p:grpSpPr>
          <a:xfrm>
            <a:off x="336273" y="4106355"/>
            <a:ext cx="888556" cy="888556"/>
            <a:chOff x="3601710" y="-660170"/>
            <a:chExt cx="888556" cy="888556"/>
          </a:xfrm>
        </p:grpSpPr>
        <p:sp>
          <p:nvSpPr>
            <p:cNvPr id="1841" name="Google Shape;1841;p46">
              <a:extLst>
                <a:ext uri="{FF2B5EF4-FFF2-40B4-BE49-F238E27FC236}">
                  <a16:creationId xmlns:a16="http://schemas.microsoft.com/office/drawing/2014/main" id="{63E3412E-483A-6281-7F14-09D73047654A}"/>
                </a:ext>
              </a:extLst>
            </p:cNvPr>
            <p:cNvSpPr/>
            <p:nvPr/>
          </p:nvSpPr>
          <p:spPr>
            <a:xfrm>
              <a:off x="3633613" y="-585997"/>
              <a:ext cx="838601" cy="740210"/>
            </a:xfrm>
            <a:custGeom>
              <a:avLst/>
              <a:gdLst/>
              <a:ahLst/>
              <a:cxnLst/>
              <a:rect l="l" t="t" r="r" b="b"/>
              <a:pathLst>
                <a:path w="9384" h="8283" extrusionOk="0">
                  <a:moveTo>
                    <a:pt x="4688" y="2208"/>
                  </a:moveTo>
                  <a:cubicBezTo>
                    <a:pt x="4929" y="2208"/>
                    <a:pt x="5175" y="2253"/>
                    <a:pt x="5413" y="2350"/>
                  </a:cubicBezTo>
                  <a:cubicBezTo>
                    <a:pt x="6406" y="2738"/>
                    <a:pt x="6887" y="3870"/>
                    <a:pt x="6483" y="4878"/>
                  </a:cubicBezTo>
                  <a:cubicBezTo>
                    <a:pt x="6178" y="5618"/>
                    <a:pt x="5455" y="6082"/>
                    <a:pt x="4691" y="6082"/>
                  </a:cubicBezTo>
                  <a:cubicBezTo>
                    <a:pt x="4446" y="6082"/>
                    <a:pt x="4196" y="6035"/>
                    <a:pt x="3955" y="5933"/>
                  </a:cubicBezTo>
                  <a:cubicBezTo>
                    <a:pt x="2978" y="5530"/>
                    <a:pt x="2482" y="4413"/>
                    <a:pt x="2901" y="3421"/>
                  </a:cubicBezTo>
                  <a:cubicBezTo>
                    <a:pt x="3207" y="2666"/>
                    <a:pt x="3925" y="2208"/>
                    <a:pt x="4688" y="2208"/>
                  </a:cubicBezTo>
                  <a:close/>
                  <a:moveTo>
                    <a:pt x="4697" y="0"/>
                  </a:moveTo>
                  <a:cubicBezTo>
                    <a:pt x="3061" y="0"/>
                    <a:pt x="1501" y="970"/>
                    <a:pt x="853" y="2583"/>
                  </a:cubicBezTo>
                  <a:cubicBezTo>
                    <a:pt x="0" y="4692"/>
                    <a:pt x="1009" y="7112"/>
                    <a:pt x="3149" y="7980"/>
                  </a:cubicBezTo>
                  <a:cubicBezTo>
                    <a:pt x="3656" y="8185"/>
                    <a:pt x="4180" y="8283"/>
                    <a:pt x="4696" y="8283"/>
                  </a:cubicBezTo>
                  <a:cubicBezTo>
                    <a:pt x="6326" y="8283"/>
                    <a:pt x="7871" y="7311"/>
                    <a:pt x="8531" y="5685"/>
                  </a:cubicBezTo>
                  <a:cubicBezTo>
                    <a:pt x="9384" y="3576"/>
                    <a:pt x="8376" y="1156"/>
                    <a:pt x="6251" y="303"/>
                  </a:cubicBezTo>
                  <a:cubicBezTo>
                    <a:pt x="5743" y="98"/>
                    <a:pt x="5216" y="0"/>
                    <a:pt x="46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46">
              <a:extLst>
                <a:ext uri="{FF2B5EF4-FFF2-40B4-BE49-F238E27FC236}">
                  <a16:creationId xmlns:a16="http://schemas.microsoft.com/office/drawing/2014/main" id="{57D78C9F-8CF4-0259-5429-0AE2308600B3}"/>
                </a:ext>
              </a:extLst>
            </p:cNvPr>
            <p:cNvSpPr/>
            <p:nvPr/>
          </p:nvSpPr>
          <p:spPr>
            <a:xfrm>
              <a:off x="3823514" y="85581"/>
              <a:ext cx="162197" cy="142805"/>
            </a:xfrm>
            <a:custGeom>
              <a:avLst/>
              <a:gdLst/>
              <a:ahLst/>
              <a:cxnLst/>
              <a:rect l="l" t="t" r="r" b="b"/>
              <a:pathLst>
                <a:path w="1815" h="1598" extrusionOk="0">
                  <a:moveTo>
                    <a:pt x="341" y="0"/>
                  </a:moveTo>
                  <a:lnTo>
                    <a:pt x="0" y="1086"/>
                  </a:lnTo>
                  <a:lnTo>
                    <a:pt x="1319" y="1598"/>
                  </a:lnTo>
                  <a:lnTo>
                    <a:pt x="1815" y="58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46">
              <a:extLst>
                <a:ext uri="{FF2B5EF4-FFF2-40B4-BE49-F238E27FC236}">
                  <a16:creationId xmlns:a16="http://schemas.microsoft.com/office/drawing/2014/main" id="{985EC5FA-6A8E-8CA3-CACC-CECB9EEBF7FB}"/>
                </a:ext>
              </a:extLst>
            </p:cNvPr>
            <p:cNvSpPr/>
            <p:nvPr/>
          </p:nvSpPr>
          <p:spPr>
            <a:xfrm>
              <a:off x="3608681" y="-138993"/>
              <a:ext cx="145576" cy="163627"/>
            </a:xfrm>
            <a:custGeom>
              <a:avLst/>
              <a:gdLst/>
              <a:ahLst/>
              <a:cxnLst/>
              <a:rect l="l" t="t" r="r" b="b"/>
              <a:pathLst>
                <a:path w="1629" h="1831" extrusionOk="0">
                  <a:moveTo>
                    <a:pt x="1008" y="0"/>
                  </a:moveTo>
                  <a:lnTo>
                    <a:pt x="0" y="528"/>
                  </a:lnTo>
                  <a:lnTo>
                    <a:pt x="543" y="1831"/>
                  </a:lnTo>
                  <a:lnTo>
                    <a:pt x="1629" y="1458"/>
                  </a:lnTo>
                  <a:lnTo>
                    <a:pt x="10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46">
              <a:extLst>
                <a:ext uri="{FF2B5EF4-FFF2-40B4-BE49-F238E27FC236}">
                  <a16:creationId xmlns:a16="http://schemas.microsoft.com/office/drawing/2014/main" id="{0F238FDB-4328-961B-7C4C-38784BB7C0AA}"/>
                </a:ext>
              </a:extLst>
            </p:cNvPr>
            <p:cNvSpPr/>
            <p:nvPr/>
          </p:nvSpPr>
          <p:spPr>
            <a:xfrm>
              <a:off x="3601710" y="-438366"/>
              <a:ext cx="142895" cy="163627"/>
            </a:xfrm>
            <a:custGeom>
              <a:avLst/>
              <a:gdLst/>
              <a:ahLst/>
              <a:cxnLst/>
              <a:rect l="l" t="t" r="r" b="b"/>
              <a:pathLst>
                <a:path w="1599" h="1831" extrusionOk="0">
                  <a:moveTo>
                    <a:pt x="512" y="0"/>
                  </a:moveTo>
                  <a:lnTo>
                    <a:pt x="1" y="1319"/>
                  </a:lnTo>
                  <a:lnTo>
                    <a:pt x="1009" y="1831"/>
                  </a:lnTo>
                  <a:lnTo>
                    <a:pt x="1598" y="357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46">
              <a:extLst>
                <a:ext uri="{FF2B5EF4-FFF2-40B4-BE49-F238E27FC236}">
                  <a16:creationId xmlns:a16="http://schemas.microsoft.com/office/drawing/2014/main" id="{D0DBC8EE-0905-826A-8BC4-E9ECE33425CC}"/>
                </a:ext>
              </a:extLst>
            </p:cNvPr>
            <p:cNvSpPr/>
            <p:nvPr/>
          </p:nvSpPr>
          <p:spPr>
            <a:xfrm>
              <a:off x="3805462" y="-653199"/>
              <a:ext cx="163627" cy="144235"/>
            </a:xfrm>
            <a:custGeom>
              <a:avLst/>
              <a:gdLst/>
              <a:ahLst/>
              <a:cxnLst/>
              <a:rect l="l" t="t" r="r" b="b"/>
              <a:pathLst>
                <a:path w="1831" h="1614" extrusionOk="0">
                  <a:moveTo>
                    <a:pt x="1303" y="0"/>
                  </a:moveTo>
                  <a:lnTo>
                    <a:pt x="1" y="543"/>
                  </a:lnTo>
                  <a:lnTo>
                    <a:pt x="373" y="1613"/>
                  </a:lnTo>
                  <a:lnTo>
                    <a:pt x="1831" y="993"/>
                  </a:lnTo>
                  <a:lnTo>
                    <a:pt x="13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6">
              <a:extLst>
                <a:ext uri="{FF2B5EF4-FFF2-40B4-BE49-F238E27FC236}">
                  <a16:creationId xmlns:a16="http://schemas.microsoft.com/office/drawing/2014/main" id="{6004C888-9FC5-8C72-D6B5-DC5CB44B9F6E}"/>
                </a:ext>
              </a:extLst>
            </p:cNvPr>
            <p:cNvSpPr/>
            <p:nvPr/>
          </p:nvSpPr>
          <p:spPr>
            <a:xfrm>
              <a:off x="4104835" y="-660170"/>
              <a:ext cx="163627" cy="144235"/>
            </a:xfrm>
            <a:custGeom>
              <a:avLst/>
              <a:gdLst/>
              <a:ahLst/>
              <a:cxnLst/>
              <a:rect l="l" t="t" r="r" b="b"/>
              <a:pathLst>
                <a:path w="1831" h="1614" extrusionOk="0">
                  <a:moveTo>
                    <a:pt x="512" y="1"/>
                  </a:moveTo>
                  <a:lnTo>
                    <a:pt x="1" y="1009"/>
                  </a:lnTo>
                  <a:lnTo>
                    <a:pt x="1505" y="1614"/>
                  </a:lnTo>
                  <a:lnTo>
                    <a:pt x="1831" y="528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6">
              <a:extLst>
                <a:ext uri="{FF2B5EF4-FFF2-40B4-BE49-F238E27FC236}">
                  <a16:creationId xmlns:a16="http://schemas.microsoft.com/office/drawing/2014/main" id="{08E3DAF2-83DE-5899-8559-AA74F9C01DF7}"/>
                </a:ext>
              </a:extLst>
            </p:cNvPr>
            <p:cNvSpPr/>
            <p:nvPr/>
          </p:nvSpPr>
          <p:spPr>
            <a:xfrm>
              <a:off x="4339061" y="-454988"/>
              <a:ext cx="145665" cy="162197"/>
            </a:xfrm>
            <a:custGeom>
              <a:avLst/>
              <a:gdLst/>
              <a:ahLst/>
              <a:cxnLst/>
              <a:rect l="l" t="t" r="r" b="b"/>
              <a:pathLst>
                <a:path w="1630" h="1815" extrusionOk="0">
                  <a:moveTo>
                    <a:pt x="1071" y="0"/>
                  </a:moveTo>
                  <a:lnTo>
                    <a:pt x="1" y="342"/>
                  </a:lnTo>
                  <a:lnTo>
                    <a:pt x="621" y="1815"/>
                  </a:lnTo>
                  <a:lnTo>
                    <a:pt x="1629" y="1288"/>
                  </a:lnTo>
                  <a:lnTo>
                    <a:pt x="10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6">
              <a:extLst>
                <a:ext uri="{FF2B5EF4-FFF2-40B4-BE49-F238E27FC236}">
                  <a16:creationId xmlns:a16="http://schemas.microsoft.com/office/drawing/2014/main" id="{AF3A535F-B936-E28A-9187-7B00D48E805A}"/>
                </a:ext>
              </a:extLst>
            </p:cNvPr>
            <p:cNvSpPr/>
            <p:nvPr/>
          </p:nvSpPr>
          <p:spPr>
            <a:xfrm>
              <a:off x="4346031" y="-155615"/>
              <a:ext cx="144235" cy="162197"/>
            </a:xfrm>
            <a:custGeom>
              <a:avLst/>
              <a:gdLst/>
              <a:ahLst/>
              <a:cxnLst/>
              <a:rect l="l" t="t" r="r" b="b"/>
              <a:pathLst>
                <a:path w="1614" h="1815" extrusionOk="0">
                  <a:moveTo>
                    <a:pt x="605" y="0"/>
                  </a:moveTo>
                  <a:lnTo>
                    <a:pt x="0" y="1474"/>
                  </a:lnTo>
                  <a:lnTo>
                    <a:pt x="1086" y="1815"/>
                  </a:lnTo>
                  <a:lnTo>
                    <a:pt x="1613" y="497"/>
                  </a:lnTo>
                  <a:lnTo>
                    <a:pt x="6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6">
              <a:extLst>
                <a:ext uri="{FF2B5EF4-FFF2-40B4-BE49-F238E27FC236}">
                  <a16:creationId xmlns:a16="http://schemas.microsoft.com/office/drawing/2014/main" id="{339D024E-6982-79A9-96AA-66FFA72C30A7}"/>
                </a:ext>
              </a:extLst>
            </p:cNvPr>
            <p:cNvSpPr/>
            <p:nvPr/>
          </p:nvSpPr>
          <p:spPr>
            <a:xfrm>
              <a:off x="4122887" y="78611"/>
              <a:ext cx="162197" cy="142805"/>
            </a:xfrm>
            <a:custGeom>
              <a:avLst/>
              <a:gdLst/>
              <a:ahLst/>
              <a:cxnLst/>
              <a:rect l="l" t="t" r="r" b="b"/>
              <a:pathLst>
                <a:path w="1815" h="1598" extrusionOk="0">
                  <a:moveTo>
                    <a:pt x="1474" y="0"/>
                  </a:moveTo>
                  <a:lnTo>
                    <a:pt x="0" y="621"/>
                  </a:lnTo>
                  <a:lnTo>
                    <a:pt x="528" y="1598"/>
                  </a:lnTo>
                  <a:lnTo>
                    <a:pt x="1815" y="1055"/>
                  </a:lnTo>
                  <a:lnTo>
                    <a:pt x="14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6">
              <a:extLst>
                <a:ext uri="{FF2B5EF4-FFF2-40B4-BE49-F238E27FC236}">
                  <a16:creationId xmlns:a16="http://schemas.microsoft.com/office/drawing/2014/main" id="{532BA3F4-FC48-E6AF-82B5-8A55FE21FA00}"/>
                </a:ext>
              </a:extLst>
            </p:cNvPr>
            <p:cNvSpPr/>
            <p:nvPr/>
          </p:nvSpPr>
          <p:spPr>
            <a:xfrm>
              <a:off x="3928786" y="-339975"/>
              <a:ext cx="231634" cy="249596"/>
            </a:xfrm>
            <a:custGeom>
              <a:avLst/>
              <a:gdLst/>
              <a:ahLst/>
              <a:cxnLst/>
              <a:rect l="l" t="t" r="r" b="b"/>
              <a:pathLst>
                <a:path w="2592" h="2793" extrusionOk="0">
                  <a:moveTo>
                    <a:pt x="1305" y="944"/>
                  </a:moveTo>
                  <a:cubicBezTo>
                    <a:pt x="1361" y="944"/>
                    <a:pt x="1418" y="955"/>
                    <a:pt x="1474" y="978"/>
                  </a:cubicBezTo>
                  <a:cubicBezTo>
                    <a:pt x="1707" y="1071"/>
                    <a:pt x="1816" y="1319"/>
                    <a:pt x="1722" y="1552"/>
                  </a:cubicBezTo>
                  <a:cubicBezTo>
                    <a:pt x="1651" y="1731"/>
                    <a:pt x="1486" y="1846"/>
                    <a:pt x="1308" y="1846"/>
                  </a:cubicBezTo>
                  <a:cubicBezTo>
                    <a:pt x="1255" y="1846"/>
                    <a:pt x="1201" y="1836"/>
                    <a:pt x="1149" y="1815"/>
                  </a:cubicBezTo>
                  <a:cubicBezTo>
                    <a:pt x="900" y="1707"/>
                    <a:pt x="792" y="1459"/>
                    <a:pt x="885" y="1226"/>
                  </a:cubicBezTo>
                  <a:cubicBezTo>
                    <a:pt x="967" y="1050"/>
                    <a:pt x="1130" y="944"/>
                    <a:pt x="1305" y="944"/>
                  </a:cubicBezTo>
                  <a:close/>
                  <a:moveTo>
                    <a:pt x="1474" y="1"/>
                  </a:moveTo>
                  <a:lnTo>
                    <a:pt x="172" y="543"/>
                  </a:lnTo>
                  <a:lnTo>
                    <a:pt x="1" y="1939"/>
                  </a:lnTo>
                  <a:lnTo>
                    <a:pt x="1118" y="2792"/>
                  </a:lnTo>
                  <a:lnTo>
                    <a:pt x="2420" y="2249"/>
                  </a:lnTo>
                  <a:lnTo>
                    <a:pt x="2591" y="854"/>
                  </a:lnTo>
                  <a:lnTo>
                    <a:pt x="14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51" name="Google Shape;1851;p46">
            <a:extLst>
              <a:ext uri="{FF2B5EF4-FFF2-40B4-BE49-F238E27FC236}">
                <a16:creationId xmlns:a16="http://schemas.microsoft.com/office/drawing/2014/main" id="{CBB5C948-B060-1B21-24E7-4A5F87C414FF}"/>
              </a:ext>
            </a:extLst>
          </p:cNvPr>
          <p:cNvGrpSpPr/>
          <p:nvPr/>
        </p:nvGrpSpPr>
        <p:grpSpPr>
          <a:xfrm>
            <a:off x="5044704" y="-665873"/>
            <a:ext cx="5253816" cy="1622108"/>
            <a:chOff x="5092229" y="-180802"/>
            <a:chExt cx="5253816" cy="1622108"/>
          </a:xfrm>
        </p:grpSpPr>
        <p:sp>
          <p:nvSpPr>
            <p:cNvPr id="1852" name="Google Shape;1852;p46">
              <a:extLst>
                <a:ext uri="{FF2B5EF4-FFF2-40B4-BE49-F238E27FC236}">
                  <a16:creationId xmlns:a16="http://schemas.microsoft.com/office/drawing/2014/main" id="{67302180-EB71-F83C-4F0F-DE7921586E0B}"/>
                </a:ext>
              </a:extLst>
            </p:cNvPr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46">
              <a:extLst>
                <a:ext uri="{FF2B5EF4-FFF2-40B4-BE49-F238E27FC236}">
                  <a16:creationId xmlns:a16="http://schemas.microsoft.com/office/drawing/2014/main" id="{582C8A5B-45A0-8B75-0F82-2DFC4B6AAFFC}"/>
                </a:ext>
              </a:extLst>
            </p:cNvPr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46">
              <a:extLst>
                <a:ext uri="{FF2B5EF4-FFF2-40B4-BE49-F238E27FC236}">
                  <a16:creationId xmlns:a16="http://schemas.microsoft.com/office/drawing/2014/main" id="{2ACC73A5-7A9D-B277-A4B7-2EDF2AF2735F}"/>
                </a:ext>
              </a:extLst>
            </p:cNvPr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46">
              <a:extLst>
                <a:ext uri="{FF2B5EF4-FFF2-40B4-BE49-F238E27FC236}">
                  <a16:creationId xmlns:a16="http://schemas.microsoft.com/office/drawing/2014/main" id="{28598874-F6E7-144F-498B-E68445B84B1E}"/>
                </a:ext>
              </a:extLst>
            </p:cNvPr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46">
              <a:extLst>
                <a:ext uri="{FF2B5EF4-FFF2-40B4-BE49-F238E27FC236}">
                  <a16:creationId xmlns:a16="http://schemas.microsoft.com/office/drawing/2014/main" id="{21577C16-42FB-308E-9CFD-06D20D7264CD}"/>
                </a:ext>
              </a:extLst>
            </p:cNvPr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46">
              <a:extLst>
                <a:ext uri="{FF2B5EF4-FFF2-40B4-BE49-F238E27FC236}">
                  <a16:creationId xmlns:a16="http://schemas.microsoft.com/office/drawing/2014/main" id="{681E8961-9BAA-B0F6-4D9B-77E4497C5A3F}"/>
                </a:ext>
              </a:extLst>
            </p:cNvPr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46">
              <a:extLst>
                <a:ext uri="{FF2B5EF4-FFF2-40B4-BE49-F238E27FC236}">
                  <a16:creationId xmlns:a16="http://schemas.microsoft.com/office/drawing/2014/main" id="{004004AB-EB28-9E2C-2D43-4AADDE7BE62D}"/>
                </a:ext>
              </a:extLst>
            </p:cNvPr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avLst/>
              <a:gdLst/>
              <a:ahLst/>
              <a:cxnLst/>
              <a:rect l="l" t="t" r="r" b="b"/>
              <a:pathLst>
                <a:path w="2203" h="18597" extrusionOk="0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46">
              <a:extLst>
                <a:ext uri="{FF2B5EF4-FFF2-40B4-BE49-F238E27FC236}">
                  <a16:creationId xmlns:a16="http://schemas.microsoft.com/office/drawing/2014/main" id="{C624957D-0D25-5899-970E-A946F1EF4DA1}"/>
                </a:ext>
              </a:extLst>
            </p:cNvPr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avLst/>
              <a:gdLst/>
              <a:ahLst/>
              <a:cxnLst/>
              <a:rect l="l" t="t" r="r" b="b"/>
              <a:pathLst>
                <a:path w="652" h="653" extrusionOk="0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46">
              <a:extLst>
                <a:ext uri="{FF2B5EF4-FFF2-40B4-BE49-F238E27FC236}">
                  <a16:creationId xmlns:a16="http://schemas.microsoft.com/office/drawing/2014/main" id="{4EF96C15-EB0A-36D1-5590-768E136C9326}"/>
                </a:ext>
              </a:extLst>
            </p:cNvPr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avLst/>
              <a:gdLst/>
              <a:ahLst/>
              <a:cxnLst/>
              <a:rect l="l" t="t" r="r" b="b"/>
              <a:pathLst>
                <a:path w="2545" h="15154" extrusionOk="0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46">
              <a:extLst>
                <a:ext uri="{FF2B5EF4-FFF2-40B4-BE49-F238E27FC236}">
                  <a16:creationId xmlns:a16="http://schemas.microsoft.com/office/drawing/2014/main" id="{5DDC6F22-65C8-7F64-4331-49D205C76558}"/>
                </a:ext>
              </a:extLst>
            </p:cNvPr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avLst/>
              <a:gdLst/>
              <a:ahLst/>
              <a:cxnLst/>
              <a:rect l="l" t="t" r="r" b="b"/>
              <a:pathLst>
                <a:path w="622" h="621" extrusionOk="0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62" name="Google Shape;1862;p46">
            <a:extLst>
              <a:ext uri="{FF2B5EF4-FFF2-40B4-BE49-F238E27FC236}">
                <a16:creationId xmlns:a16="http://schemas.microsoft.com/office/drawing/2014/main" id="{F0039366-9926-9002-8916-9F50EB5F5D4B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294376" y="3145536"/>
            <a:ext cx="2148900" cy="3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000" dirty="0"/>
              <a:t>Local Production</a:t>
            </a:r>
            <a:endParaRPr sz="2000" dirty="0"/>
          </a:p>
        </p:txBody>
      </p:sp>
      <p:sp>
        <p:nvSpPr>
          <p:cNvPr id="1863" name="Google Shape;1863;p46">
            <a:extLst>
              <a:ext uri="{FF2B5EF4-FFF2-40B4-BE49-F238E27FC236}">
                <a16:creationId xmlns:a16="http://schemas.microsoft.com/office/drawing/2014/main" id="{BD75F892-7507-0DE3-F19B-73246DF1D7D3}"/>
              </a:ext>
            </a:extLst>
          </p:cNvPr>
          <p:cNvSpPr/>
          <p:nvPr/>
        </p:nvSpPr>
        <p:spPr>
          <a:xfrm>
            <a:off x="8106981" y="4014381"/>
            <a:ext cx="425556" cy="432527"/>
          </a:xfrm>
          <a:custGeom>
            <a:avLst/>
            <a:gdLst/>
            <a:ahLst/>
            <a:cxnLst/>
            <a:rect l="l" t="t" r="r" b="b"/>
            <a:pathLst>
              <a:path w="4762" h="4840" extrusionOk="0">
                <a:moveTo>
                  <a:pt x="2386" y="1333"/>
                </a:moveTo>
                <a:cubicBezTo>
                  <a:pt x="2559" y="1333"/>
                  <a:pt x="2735" y="1374"/>
                  <a:pt x="2901" y="1459"/>
                </a:cubicBezTo>
                <a:cubicBezTo>
                  <a:pt x="3444" y="1754"/>
                  <a:pt x="3630" y="2405"/>
                  <a:pt x="3351" y="2948"/>
                </a:cubicBezTo>
                <a:cubicBezTo>
                  <a:pt x="3148" y="3321"/>
                  <a:pt x="2776" y="3533"/>
                  <a:pt x="2382" y="3533"/>
                </a:cubicBezTo>
                <a:cubicBezTo>
                  <a:pt x="2204" y="3533"/>
                  <a:pt x="2020" y="3490"/>
                  <a:pt x="1846" y="3398"/>
                </a:cubicBezTo>
                <a:cubicBezTo>
                  <a:pt x="1303" y="3103"/>
                  <a:pt x="1117" y="2452"/>
                  <a:pt x="1412" y="1909"/>
                </a:cubicBezTo>
                <a:cubicBezTo>
                  <a:pt x="1617" y="1542"/>
                  <a:pt x="1993" y="1333"/>
                  <a:pt x="2386" y="1333"/>
                </a:cubicBezTo>
                <a:close/>
                <a:moveTo>
                  <a:pt x="2901" y="1"/>
                </a:moveTo>
                <a:lnTo>
                  <a:pt x="2715" y="373"/>
                </a:lnTo>
                <a:cubicBezTo>
                  <a:pt x="2653" y="466"/>
                  <a:pt x="2529" y="544"/>
                  <a:pt x="2420" y="544"/>
                </a:cubicBezTo>
                <a:lnTo>
                  <a:pt x="2218" y="544"/>
                </a:lnTo>
                <a:cubicBezTo>
                  <a:pt x="2205" y="546"/>
                  <a:pt x="2191" y="547"/>
                  <a:pt x="2178" y="547"/>
                </a:cubicBezTo>
                <a:cubicBezTo>
                  <a:pt x="2080" y="547"/>
                  <a:pt x="1976" y="498"/>
                  <a:pt x="1908" y="389"/>
                </a:cubicBezTo>
                <a:lnTo>
                  <a:pt x="1691" y="48"/>
                </a:lnTo>
                <a:lnTo>
                  <a:pt x="559" y="745"/>
                </a:lnTo>
                <a:lnTo>
                  <a:pt x="776" y="1133"/>
                </a:lnTo>
                <a:cubicBezTo>
                  <a:pt x="822" y="1226"/>
                  <a:pt x="822" y="1366"/>
                  <a:pt x="776" y="1459"/>
                </a:cubicBezTo>
                <a:lnTo>
                  <a:pt x="714" y="1536"/>
                </a:lnTo>
                <a:cubicBezTo>
                  <a:pt x="698" y="1567"/>
                  <a:pt x="667" y="1598"/>
                  <a:pt x="667" y="1630"/>
                </a:cubicBezTo>
                <a:cubicBezTo>
                  <a:pt x="621" y="1754"/>
                  <a:pt x="512" y="1800"/>
                  <a:pt x="404" y="1816"/>
                </a:cubicBezTo>
                <a:lnTo>
                  <a:pt x="0" y="1847"/>
                </a:lnTo>
                <a:lnTo>
                  <a:pt x="32" y="3180"/>
                </a:lnTo>
                <a:lnTo>
                  <a:pt x="435" y="3165"/>
                </a:lnTo>
                <a:cubicBezTo>
                  <a:pt x="559" y="3165"/>
                  <a:pt x="667" y="3211"/>
                  <a:pt x="729" y="3336"/>
                </a:cubicBezTo>
                <a:lnTo>
                  <a:pt x="854" y="3506"/>
                </a:lnTo>
                <a:cubicBezTo>
                  <a:pt x="931" y="3599"/>
                  <a:pt x="931" y="3739"/>
                  <a:pt x="869" y="3832"/>
                </a:cubicBezTo>
                <a:lnTo>
                  <a:pt x="667" y="4204"/>
                </a:lnTo>
                <a:lnTo>
                  <a:pt x="1862" y="4840"/>
                </a:lnTo>
                <a:lnTo>
                  <a:pt x="2048" y="4483"/>
                </a:lnTo>
                <a:cubicBezTo>
                  <a:pt x="2110" y="4375"/>
                  <a:pt x="2218" y="4297"/>
                  <a:pt x="2342" y="4297"/>
                </a:cubicBezTo>
                <a:lnTo>
                  <a:pt x="2529" y="4297"/>
                </a:lnTo>
                <a:cubicBezTo>
                  <a:pt x="2541" y="4296"/>
                  <a:pt x="2554" y="4295"/>
                  <a:pt x="2566" y="4295"/>
                </a:cubicBezTo>
                <a:cubicBezTo>
                  <a:pt x="2674" y="4295"/>
                  <a:pt x="2769" y="4355"/>
                  <a:pt x="2839" y="4452"/>
                </a:cubicBezTo>
                <a:lnTo>
                  <a:pt x="3056" y="4809"/>
                </a:lnTo>
                <a:lnTo>
                  <a:pt x="4204" y="4096"/>
                </a:lnTo>
                <a:lnTo>
                  <a:pt x="3986" y="3739"/>
                </a:lnTo>
                <a:cubicBezTo>
                  <a:pt x="3924" y="3646"/>
                  <a:pt x="3924" y="3506"/>
                  <a:pt x="3986" y="3413"/>
                </a:cubicBezTo>
                <a:lnTo>
                  <a:pt x="4048" y="3336"/>
                </a:lnTo>
                <a:cubicBezTo>
                  <a:pt x="4064" y="3305"/>
                  <a:pt x="4080" y="3274"/>
                  <a:pt x="4080" y="3242"/>
                </a:cubicBezTo>
                <a:cubicBezTo>
                  <a:pt x="4142" y="3118"/>
                  <a:pt x="4235" y="3072"/>
                  <a:pt x="4359" y="3041"/>
                </a:cubicBezTo>
                <a:lnTo>
                  <a:pt x="4762" y="3025"/>
                </a:lnTo>
                <a:lnTo>
                  <a:pt x="4731" y="1692"/>
                </a:lnTo>
                <a:lnTo>
                  <a:pt x="4312" y="1692"/>
                </a:lnTo>
                <a:cubicBezTo>
                  <a:pt x="4204" y="1692"/>
                  <a:pt x="4080" y="1630"/>
                  <a:pt x="4033" y="1521"/>
                </a:cubicBezTo>
                <a:lnTo>
                  <a:pt x="3909" y="1335"/>
                </a:lnTo>
                <a:cubicBezTo>
                  <a:pt x="3831" y="1242"/>
                  <a:pt x="3831" y="1102"/>
                  <a:pt x="3893" y="1009"/>
                </a:cubicBezTo>
                <a:lnTo>
                  <a:pt x="4080" y="637"/>
                </a:lnTo>
                <a:lnTo>
                  <a:pt x="290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2675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00;p58">
            <a:extLst>
              <a:ext uri="{FF2B5EF4-FFF2-40B4-BE49-F238E27FC236}">
                <a16:creationId xmlns:a16="http://schemas.microsoft.com/office/drawing/2014/main" id="{E3599531-0B4C-C608-3AAC-FEE14472D054}"/>
              </a:ext>
            </a:extLst>
          </p:cNvPr>
          <p:cNvSpPr/>
          <p:nvPr/>
        </p:nvSpPr>
        <p:spPr>
          <a:xfrm flipH="1">
            <a:off x="143388" y="592750"/>
            <a:ext cx="4428662" cy="4015761"/>
          </a:xfrm>
          <a:custGeom>
            <a:avLst/>
            <a:gdLst/>
            <a:ahLst/>
            <a:cxnLst/>
            <a:rect l="l" t="t" r="r" b="b"/>
            <a:pathLst>
              <a:path w="14292" h="10047" extrusionOk="0">
                <a:moveTo>
                  <a:pt x="6944" y="1"/>
                </a:moveTo>
                <a:cubicBezTo>
                  <a:pt x="6697" y="1"/>
                  <a:pt x="6448" y="49"/>
                  <a:pt x="6208" y="114"/>
                </a:cubicBezTo>
                <a:cubicBezTo>
                  <a:pt x="4439" y="592"/>
                  <a:pt x="3012" y="1930"/>
                  <a:pt x="1772" y="3327"/>
                </a:cubicBezTo>
                <a:cubicBezTo>
                  <a:pt x="1376" y="3774"/>
                  <a:pt x="983" y="4248"/>
                  <a:pt x="791" y="4821"/>
                </a:cubicBezTo>
                <a:cubicBezTo>
                  <a:pt x="244" y="6446"/>
                  <a:pt x="86" y="8329"/>
                  <a:pt x="0" y="10047"/>
                </a:cubicBezTo>
                <a:lnTo>
                  <a:pt x="13246" y="10047"/>
                </a:lnTo>
                <a:cubicBezTo>
                  <a:pt x="13369" y="10031"/>
                  <a:pt x="13491" y="10017"/>
                  <a:pt x="13612" y="10000"/>
                </a:cubicBezTo>
                <a:cubicBezTo>
                  <a:pt x="13855" y="9569"/>
                  <a:pt x="14100" y="9126"/>
                  <a:pt x="14196" y="8636"/>
                </a:cubicBezTo>
                <a:cubicBezTo>
                  <a:pt x="14292" y="8145"/>
                  <a:pt x="14209" y="7588"/>
                  <a:pt x="13867" y="7238"/>
                </a:cubicBezTo>
                <a:cubicBezTo>
                  <a:pt x="13703" y="7066"/>
                  <a:pt x="13491" y="6955"/>
                  <a:pt x="13320" y="6792"/>
                </a:cubicBezTo>
                <a:cubicBezTo>
                  <a:pt x="12892" y="6379"/>
                  <a:pt x="12803" y="5713"/>
                  <a:pt x="12815" y="5106"/>
                </a:cubicBezTo>
                <a:cubicBezTo>
                  <a:pt x="12830" y="4499"/>
                  <a:pt x="12919" y="3878"/>
                  <a:pt x="12748" y="3297"/>
                </a:cubicBezTo>
                <a:cubicBezTo>
                  <a:pt x="12548" y="2611"/>
                  <a:pt x="11994" y="2073"/>
                  <a:pt x="11356" y="1803"/>
                </a:cubicBezTo>
                <a:cubicBezTo>
                  <a:pt x="10937" y="1626"/>
                  <a:pt x="10485" y="1554"/>
                  <a:pt x="10032" y="1554"/>
                </a:cubicBezTo>
                <a:cubicBezTo>
                  <a:pt x="9795" y="1554"/>
                  <a:pt x="9557" y="1574"/>
                  <a:pt x="9322" y="1609"/>
                </a:cubicBezTo>
                <a:cubicBezTo>
                  <a:pt x="9193" y="1629"/>
                  <a:pt x="9056" y="1651"/>
                  <a:pt x="8924" y="1651"/>
                </a:cubicBezTo>
                <a:cubicBezTo>
                  <a:pt x="8781" y="1651"/>
                  <a:pt x="8643" y="1625"/>
                  <a:pt x="8527" y="1539"/>
                </a:cubicBezTo>
                <a:cubicBezTo>
                  <a:pt x="8250" y="1337"/>
                  <a:pt x="8243" y="920"/>
                  <a:pt x="8085" y="609"/>
                </a:cubicBezTo>
                <a:cubicBezTo>
                  <a:pt x="7921" y="288"/>
                  <a:pt x="7587" y="89"/>
                  <a:pt x="7244" y="27"/>
                </a:cubicBezTo>
                <a:cubicBezTo>
                  <a:pt x="7144" y="9"/>
                  <a:pt x="7044" y="1"/>
                  <a:pt x="6944" y="1"/>
                </a:cubicBezTo>
                <a:close/>
              </a:path>
            </a:pathLst>
          </a:custGeom>
          <a:solidFill>
            <a:srgbClr val="138808">
              <a:alpha val="24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601;p58">
            <a:extLst>
              <a:ext uri="{FF2B5EF4-FFF2-40B4-BE49-F238E27FC236}">
                <a16:creationId xmlns:a16="http://schemas.microsoft.com/office/drawing/2014/main" id="{75513493-E22C-A06A-21A3-4F4260916BD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935028" y="810418"/>
            <a:ext cx="3599400" cy="9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6" name="Google Shape;3602;p58">
            <a:extLst>
              <a:ext uri="{FF2B5EF4-FFF2-40B4-BE49-F238E27FC236}">
                <a16:creationId xmlns:a16="http://schemas.microsoft.com/office/drawing/2014/main" id="{34A0F185-38DB-2564-B7B9-2CE73F80FA8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35028" y="1954799"/>
            <a:ext cx="3599400" cy="5129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latin typeface="Teko"/>
                <a:ea typeface="Teko"/>
                <a:cs typeface="Teko"/>
                <a:sym typeface="Teko"/>
              </a:rPr>
              <a:t>DO YOU HAVE ANY QUESTIONS?</a:t>
            </a:r>
            <a:endParaRPr dirty="0"/>
          </a:p>
        </p:txBody>
      </p:sp>
      <p:grpSp>
        <p:nvGrpSpPr>
          <p:cNvPr id="473" name="Google Shape;4083;p58">
            <a:extLst>
              <a:ext uri="{FF2B5EF4-FFF2-40B4-BE49-F238E27FC236}">
                <a16:creationId xmlns:a16="http://schemas.microsoft.com/office/drawing/2014/main" id="{0BE46250-E6EF-0FB9-8AF8-A61C59DA4CC7}"/>
              </a:ext>
            </a:extLst>
          </p:cNvPr>
          <p:cNvGrpSpPr/>
          <p:nvPr/>
        </p:nvGrpSpPr>
        <p:grpSpPr>
          <a:xfrm>
            <a:off x="5441504" y="-982298"/>
            <a:ext cx="5253816" cy="1622108"/>
            <a:chOff x="5092229" y="-180802"/>
            <a:chExt cx="5253816" cy="1622108"/>
          </a:xfrm>
        </p:grpSpPr>
        <p:sp>
          <p:nvSpPr>
            <p:cNvPr id="474" name="Google Shape;4084;p58">
              <a:extLst>
                <a:ext uri="{FF2B5EF4-FFF2-40B4-BE49-F238E27FC236}">
                  <a16:creationId xmlns:a16="http://schemas.microsoft.com/office/drawing/2014/main" id="{91E491CF-37A1-8D39-540E-E97ECD39146F}"/>
                </a:ext>
              </a:extLst>
            </p:cNvPr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085;p58">
              <a:extLst>
                <a:ext uri="{FF2B5EF4-FFF2-40B4-BE49-F238E27FC236}">
                  <a16:creationId xmlns:a16="http://schemas.microsoft.com/office/drawing/2014/main" id="{ED853850-8284-D16E-E9E8-19D9A4D67CC7}"/>
                </a:ext>
              </a:extLst>
            </p:cNvPr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086;p58">
              <a:extLst>
                <a:ext uri="{FF2B5EF4-FFF2-40B4-BE49-F238E27FC236}">
                  <a16:creationId xmlns:a16="http://schemas.microsoft.com/office/drawing/2014/main" id="{7C2047FF-CEDA-5F96-432D-F81ECF4AE641}"/>
                </a:ext>
              </a:extLst>
            </p:cNvPr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087;p58">
              <a:extLst>
                <a:ext uri="{FF2B5EF4-FFF2-40B4-BE49-F238E27FC236}">
                  <a16:creationId xmlns:a16="http://schemas.microsoft.com/office/drawing/2014/main" id="{68312834-D573-485F-5FD3-39AD47D5DFCA}"/>
                </a:ext>
              </a:extLst>
            </p:cNvPr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088;p58">
              <a:extLst>
                <a:ext uri="{FF2B5EF4-FFF2-40B4-BE49-F238E27FC236}">
                  <a16:creationId xmlns:a16="http://schemas.microsoft.com/office/drawing/2014/main" id="{C202F159-23B9-2D7C-B445-FCA3BDB3C22E}"/>
                </a:ext>
              </a:extLst>
            </p:cNvPr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089;p58">
              <a:extLst>
                <a:ext uri="{FF2B5EF4-FFF2-40B4-BE49-F238E27FC236}">
                  <a16:creationId xmlns:a16="http://schemas.microsoft.com/office/drawing/2014/main" id="{EA6752DE-177D-75AB-AB24-7EE5FAC9BB0A}"/>
                </a:ext>
              </a:extLst>
            </p:cNvPr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090;p58">
              <a:extLst>
                <a:ext uri="{FF2B5EF4-FFF2-40B4-BE49-F238E27FC236}">
                  <a16:creationId xmlns:a16="http://schemas.microsoft.com/office/drawing/2014/main" id="{54D18F39-F3E9-99C6-0315-004E3E30BB38}"/>
                </a:ext>
              </a:extLst>
            </p:cNvPr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avLst/>
              <a:gdLst/>
              <a:ahLst/>
              <a:cxnLst/>
              <a:rect l="l" t="t" r="r" b="b"/>
              <a:pathLst>
                <a:path w="2203" h="18597" extrusionOk="0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091;p58">
              <a:extLst>
                <a:ext uri="{FF2B5EF4-FFF2-40B4-BE49-F238E27FC236}">
                  <a16:creationId xmlns:a16="http://schemas.microsoft.com/office/drawing/2014/main" id="{97B9FDCA-F878-D3CB-1374-A339C075F862}"/>
                </a:ext>
              </a:extLst>
            </p:cNvPr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avLst/>
              <a:gdLst/>
              <a:ahLst/>
              <a:cxnLst/>
              <a:rect l="l" t="t" r="r" b="b"/>
              <a:pathLst>
                <a:path w="652" h="653" extrusionOk="0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092;p58">
              <a:extLst>
                <a:ext uri="{FF2B5EF4-FFF2-40B4-BE49-F238E27FC236}">
                  <a16:creationId xmlns:a16="http://schemas.microsoft.com/office/drawing/2014/main" id="{D4A13E75-127F-DAB9-9B3B-ABC94FDA3442}"/>
                </a:ext>
              </a:extLst>
            </p:cNvPr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avLst/>
              <a:gdLst/>
              <a:ahLst/>
              <a:cxnLst/>
              <a:rect l="l" t="t" r="r" b="b"/>
              <a:pathLst>
                <a:path w="2545" h="15154" extrusionOk="0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093;p58">
              <a:extLst>
                <a:ext uri="{FF2B5EF4-FFF2-40B4-BE49-F238E27FC236}">
                  <a16:creationId xmlns:a16="http://schemas.microsoft.com/office/drawing/2014/main" id="{937A0B0C-8BFC-C199-29A8-B43BE454C045}"/>
                </a:ext>
              </a:extLst>
            </p:cNvPr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avLst/>
              <a:gdLst/>
              <a:ahLst/>
              <a:cxnLst/>
              <a:rect l="l" t="t" r="r" b="b"/>
              <a:pathLst>
                <a:path w="622" h="621" extrusionOk="0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4" name="Google Shape;4094;p58">
            <a:extLst>
              <a:ext uri="{FF2B5EF4-FFF2-40B4-BE49-F238E27FC236}">
                <a16:creationId xmlns:a16="http://schemas.microsoft.com/office/drawing/2014/main" id="{AD0CF317-2812-B360-470F-7CDC2D886C43}"/>
              </a:ext>
            </a:extLst>
          </p:cNvPr>
          <p:cNvGrpSpPr/>
          <p:nvPr/>
        </p:nvGrpSpPr>
        <p:grpSpPr>
          <a:xfrm>
            <a:off x="5441504" y="4713327"/>
            <a:ext cx="5253816" cy="1622108"/>
            <a:chOff x="5092229" y="-180802"/>
            <a:chExt cx="5253816" cy="1622108"/>
          </a:xfrm>
        </p:grpSpPr>
        <p:sp>
          <p:nvSpPr>
            <p:cNvPr id="485" name="Google Shape;4095;p58">
              <a:extLst>
                <a:ext uri="{FF2B5EF4-FFF2-40B4-BE49-F238E27FC236}">
                  <a16:creationId xmlns:a16="http://schemas.microsoft.com/office/drawing/2014/main" id="{A430A93B-D3F6-28C0-84FF-6A614AF039D9}"/>
                </a:ext>
              </a:extLst>
            </p:cNvPr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096;p58">
              <a:extLst>
                <a:ext uri="{FF2B5EF4-FFF2-40B4-BE49-F238E27FC236}">
                  <a16:creationId xmlns:a16="http://schemas.microsoft.com/office/drawing/2014/main" id="{AF4F919C-F308-AEBE-37B4-5215BE1F9A03}"/>
                </a:ext>
              </a:extLst>
            </p:cNvPr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097;p58">
              <a:extLst>
                <a:ext uri="{FF2B5EF4-FFF2-40B4-BE49-F238E27FC236}">
                  <a16:creationId xmlns:a16="http://schemas.microsoft.com/office/drawing/2014/main" id="{C5F2B1FD-DA69-A7AC-F113-7B1BA4A21F62}"/>
                </a:ext>
              </a:extLst>
            </p:cNvPr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098;p58">
              <a:extLst>
                <a:ext uri="{FF2B5EF4-FFF2-40B4-BE49-F238E27FC236}">
                  <a16:creationId xmlns:a16="http://schemas.microsoft.com/office/drawing/2014/main" id="{43231573-571B-B06A-EF9D-5702ADCAAE23}"/>
                </a:ext>
              </a:extLst>
            </p:cNvPr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099;p58">
              <a:extLst>
                <a:ext uri="{FF2B5EF4-FFF2-40B4-BE49-F238E27FC236}">
                  <a16:creationId xmlns:a16="http://schemas.microsoft.com/office/drawing/2014/main" id="{EB47796C-B773-51AA-AAC5-54B6E2A56410}"/>
                </a:ext>
              </a:extLst>
            </p:cNvPr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100;p58">
              <a:extLst>
                <a:ext uri="{FF2B5EF4-FFF2-40B4-BE49-F238E27FC236}">
                  <a16:creationId xmlns:a16="http://schemas.microsoft.com/office/drawing/2014/main" id="{AAC7ECFF-B69D-90C0-F7DA-D824D3B8D6BF}"/>
                </a:ext>
              </a:extLst>
            </p:cNvPr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101;p58">
              <a:extLst>
                <a:ext uri="{FF2B5EF4-FFF2-40B4-BE49-F238E27FC236}">
                  <a16:creationId xmlns:a16="http://schemas.microsoft.com/office/drawing/2014/main" id="{DCE6C451-DB71-C411-9E09-62A97FD166C1}"/>
                </a:ext>
              </a:extLst>
            </p:cNvPr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avLst/>
              <a:gdLst/>
              <a:ahLst/>
              <a:cxnLst/>
              <a:rect l="l" t="t" r="r" b="b"/>
              <a:pathLst>
                <a:path w="2203" h="18597" extrusionOk="0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102;p58">
              <a:extLst>
                <a:ext uri="{FF2B5EF4-FFF2-40B4-BE49-F238E27FC236}">
                  <a16:creationId xmlns:a16="http://schemas.microsoft.com/office/drawing/2014/main" id="{844EB18E-8864-765F-B267-C6F21DAAAAD2}"/>
                </a:ext>
              </a:extLst>
            </p:cNvPr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avLst/>
              <a:gdLst/>
              <a:ahLst/>
              <a:cxnLst/>
              <a:rect l="l" t="t" r="r" b="b"/>
              <a:pathLst>
                <a:path w="652" h="653" extrusionOk="0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103;p58">
              <a:extLst>
                <a:ext uri="{FF2B5EF4-FFF2-40B4-BE49-F238E27FC236}">
                  <a16:creationId xmlns:a16="http://schemas.microsoft.com/office/drawing/2014/main" id="{C4128F4D-97AC-A9D8-BB91-C534CA132150}"/>
                </a:ext>
              </a:extLst>
            </p:cNvPr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avLst/>
              <a:gdLst/>
              <a:ahLst/>
              <a:cxnLst/>
              <a:rect l="l" t="t" r="r" b="b"/>
              <a:pathLst>
                <a:path w="2545" h="15154" extrusionOk="0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104;p58">
              <a:extLst>
                <a:ext uri="{FF2B5EF4-FFF2-40B4-BE49-F238E27FC236}">
                  <a16:creationId xmlns:a16="http://schemas.microsoft.com/office/drawing/2014/main" id="{D9296768-A12C-8CC6-1498-DEAECCDB1B32}"/>
                </a:ext>
              </a:extLst>
            </p:cNvPr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avLst/>
              <a:gdLst/>
              <a:ahLst/>
              <a:cxnLst/>
              <a:rect l="l" t="t" r="r" b="b"/>
              <a:pathLst>
                <a:path w="622" h="621" extrusionOk="0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5" name="TextBox 494">
            <a:extLst>
              <a:ext uri="{FF2B5EF4-FFF2-40B4-BE49-F238E27FC236}">
                <a16:creationId xmlns:a16="http://schemas.microsoft.com/office/drawing/2014/main" id="{940AD173-FB8A-D20D-BEB2-88C52D65C4B7}"/>
              </a:ext>
            </a:extLst>
          </p:cNvPr>
          <p:cNvSpPr txBox="1"/>
          <p:nvPr/>
        </p:nvSpPr>
        <p:spPr>
          <a:xfrm>
            <a:off x="5948404" y="3206141"/>
            <a:ext cx="1489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Team Members</a:t>
            </a:r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4F82D88F-3030-5216-7155-7DC00E7D54D0}"/>
              </a:ext>
            </a:extLst>
          </p:cNvPr>
          <p:cNvSpPr txBox="1"/>
          <p:nvPr/>
        </p:nvSpPr>
        <p:spPr>
          <a:xfrm>
            <a:off x="4893459" y="3664480"/>
            <a:ext cx="1499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Habibullah Khan</a:t>
            </a: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997CD55C-D476-ACF1-9674-3C1574D91C56}"/>
              </a:ext>
            </a:extLst>
          </p:cNvPr>
          <p:cNvSpPr txBox="1"/>
          <p:nvPr/>
        </p:nvSpPr>
        <p:spPr>
          <a:xfrm>
            <a:off x="6993731" y="3664479"/>
            <a:ext cx="15969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Mubasher Ahmed</a:t>
            </a:r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85E16380-172B-1C58-695E-C9AC8D0D011E}"/>
              </a:ext>
            </a:extLst>
          </p:cNvPr>
          <p:cNvSpPr txBox="1"/>
          <p:nvPr/>
        </p:nvSpPr>
        <p:spPr>
          <a:xfrm>
            <a:off x="6020236" y="4099635"/>
            <a:ext cx="1241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Bassam Siraj</a:t>
            </a:r>
          </a:p>
        </p:txBody>
      </p:sp>
      <p:pic>
        <p:nvPicPr>
          <p:cNvPr id="500" name="Picture 499" descr="A close up of sunglasses&#10;&#10;Description automatically generated">
            <a:extLst>
              <a:ext uri="{FF2B5EF4-FFF2-40B4-BE49-F238E27FC236}">
                <a16:creationId xmlns:a16="http://schemas.microsoft.com/office/drawing/2014/main" id="{F07A55AA-9D58-9A33-A2A5-63CF6AE60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27950">
            <a:off x="-157111" y="-25284"/>
            <a:ext cx="5143500" cy="5143500"/>
          </a:xfrm>
          <a:prstGeom prst="rect">
            <a:avLst/>
          </a:prstGeom>
          <a:effectLst>
            <a:outerShdw blurRad="292100" dist="304800" dir="5400000" sx="85000" sy="85000" algn="ctr" rotWithShape="0">
              <a:srgbClr val="000000"/>
            </a:outerShdw>
          </a:effectLst>
        </p:spPr>
      </p:pic>
      <p:sp>
        <p:nvSpPr>
          <p:cNvPr id="501" name="Google Shape;370;p33">
            <a:extLst>
              <a:ext uri="{FF2B5EF4-FFF2-40B4-BE49-F238E27FC236}">
                <a16:creationId xmlns:a16="http://schemas.microsoft.com/office/drawing/2014/main" id="{84C9874C-2F2E-EEE6-B94F-35305A8BCEFF}"/>
              </a:ext>
            </a:extLst>
          </p:cNvPr>
          <p:cNvSpPr txBox="1">
            <a:spLocks/>
          </p:cNvSpPr>
          <p:nvPr/>
        </p:nvSpPr>
        <p:spPr>
          <a:xfrm>
            <a:off x="4430671" y="2581947"/>
            <a:ext cx="4713329" cy="59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Teko"/>
              <a:buNone/>
              <a:defRPr sz="8500" b="0" i="0" u="none" strike="noStrike" cap="none">
                <a:solidFill>
                  <a:srgbClr val="191919"/>
                </a:solidFill>
                <a:latin typeface="Teko"/>
                <a:ea typeface="Teko"/>
                <a:cs typeface="Teko"/>
                <a:sym typeface="Tek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Teko"/>
              <a:buNone/>
              <a:defRPr sz="5200" b="0" i="0" u="none" strike="noStrike" cap="none">
                <a:solidFill>
                  <a:srgbClr val="191919"/>
                </a:solidFill>
                <a:latin typeface="Teko"/>
                <a:ea typeface="Teko"/>
                <a:cs typeface="Teko"/>
                <a:sym typeface="Tek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Teko"/>
              <a:buNone/>
              <a:defRPr sz="5200" b="0" i="0" u="none" strike="noStrike" cap="none">
                <a:solidFill>
                  <a:srgbClr val="191919"/>
                </a:solidFill>
                <a:latin typeface="Teko"/>
                <a:ea typeface="Teko"/>
                <a:cs typeface="Teko"/>
                <a:sym typeface="Tek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Teko"/>
              <a:buNone/>
              <a:defRPr sz="5200" b="0" i="0" u="none" strike="noStrike" cap="none">
                <a:solidFill>
                  <a:srgbClr val="191919"/>
                </a:solidFill>
                <a:latin typeface="Teko"/>
                <a:ea typeface="Teko"/>
                <a:cs typeface="Teko"/>
                <a:sym typeface="Tek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Teko"/>
              <a:buNone/>
              <a:defRPr sz="5200" b="0" i="0" u="none" strike="noStrike" cap="none">
                <a:solidFill>
                  <a:srgbClr val="191919"/>
                </a:solidFill>
                <a:latin typeface="Teko"/>
                <a:ea typeface="Teko"/>
                <a:cs typeface="Teko"/>
                <a:sym typeface="Tek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Teko"/>
              <a:buNone/>
              <a:defRPr sz="5200" b="0" i="0" u="none" strike="noStrike" cap="none">
                <a:solidFill>
                  <a:srgbClr val="191919"/>
                </a:solidFill>
                <a:latin typeface="Teko"/>
                <a:ea typeface="Teko"/>
                <a:cs typeface="Teko"/>
                <a:sym typeface="Tek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Teko"/>
              <a:buNone/>
              <a:defRPr sz="5200" b="0" i="0" u="none" strike="noStrike" cap="none">
                <a:solidFill>
                  <a:srgbClr val="191919"/>
                </a:solidFill>
                <a:latin typeface="Teko"/>
                <a:ea typeface="Teko"/>
                <a:cs typeface="Teko"/>
                <a:sym typeface="Tek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Teko"/>
              <a:buNone/>
              <a:defRPr sz="5200" b="0" i="0" u="none" strike="noStrike" cap="none">
                <a:solidFill>
                  <a:srgbClr val="191919"/>
                </a:solidFill>
                <a:latin typeface="Teko"/>
                <a:ea typeface="Teko"/>
                <a:cs typeface="Teko"/>
                <a:sym typeface="Tek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Teko"/>
              <a:buNone/>
              <a:defRPr sz="5200" b="0" i="0" u="none" strike="noStrike" cap="none">
                <a:solidFill>
                  <a:srgbClr val="191919"/>
                </a:solidFill>
                <a:latin typeface="Teko"/>
                <a:ea typeface="Teko"/>
                <a:cs typeface="Teko"/>
                <a:sym typeface="Teko"/>
              </a:defRPr>
            </a:lvl9pPr>
          </a:lstStyle>
          <a:p>
            <a:r>
              <a:rPr lang="en-US" sz="2800" b="1" dirty="0">
                <a:solidFill>
                  <a:srgbClr val="302F2F"/>
                </a:solidFill>
                <a:latin typeface="Abadi" panose="020B0604020104020204" pitchFamily="34" charset="0"/>
                <a:ea typeface="Adobe Gothic Std B" panose="020B0800000000000000" pitchFamily="34" charset="-128"/>
              </a:rPr>
              <a:t>PROJECT BASARAT</a:t>
            </a:r>
            <a:endParaRPr lang="en-US" sz="3200" b="1" dirty="0">
              <a:solidFill>
                <a:srgbClr val="302F2F"/>
              </a:solidFill>
              <a:latin typeface="Abadi" panose="020B0604020104020204" pitchFamily="34" charset="0"/>
              <a:ea typeface="Adobe Gothic Std B" panose="020B08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40698741"/>
      </p:ext>
    </p:extLst>
  </p:cSld>
  <p:clrMapOvr>
    <a:masterClrMapping/>
  </p:clrMapOvr>
</p:sld>
</file>

<file path=ppt/theme/theme1.xml><?xml version="1.0" encoding="utf-8"?>
<a:theme xmlns:a="http://schemas.openxmlformats.org/drawingml/2006/main" name="Indian Technology Company Profile by Slidesgo">
  <a:themeElements>
    <a:clrScheme name="Simple Light">
      <a:dk1>
        <a:srgbClr val="302F2F"/>
      </a:dk1>
      <a:lt1>
        <a:srgbClr val="FFFFFF"/>
      </a:lt1>
      <a:dk2>
        <a:srgbClr val="138808"/>
      </a:dk2>
      <a:lt2>
        <a:srgbClr val="FF9933"/>
      </a:lt2>
      <a:accent1>
        <a:srgbClr val="434343"/>
      </a:accent1>
      <a:accent2>
        <a:srgbClr val="666666"/>
      </a:accent2>
      <a:accent3>
        <a:srgbClr val="999999"/>
      </a:accent3>
      <a:accent4>
        <a:srgbClr val="CCCCCC"/>
      </a:accent4>
      <a:accent5>
        <a:srgbClr val="EFEFE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318</Words>
  <Application>Microsoft Office PowerPoint</Application>
  <PresentationFormat>On-screen Show (16:9)</PresentationFormat>
  <Paragraphs>62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Teko</vt:lpstr>
      <vt:lpstr>Electrolize</vt:lpstr>
      <vt:lpstr>Bebas Neue</vt:lpstr>
      <vt:lpstr>Open Sans</vt:lpstr>
      <vt:lpstr>Arial</vt:lpstr>
      <vt:lpstr>Teko Medium</vt:lpstr>
      <vt:lpstr>Abadi</vt:lpstr>
      <vt:lpstr>Indian Technology Company Profile by Slidesgo</vt:lpstr>
      <vt:lpstr>PROJECT BASARAT</vt:lpstr>
      <vt:lpstr>The Challenge Of Visual Impairment</vt:lpstr>
      <vt:lpstr>1.2M</vt:lpstr>
      <vt:lpstr>Smart Glasses</vt:lpstr>
      <vt:lpstr>Affordable Innovation for All</vt:lpstr>
      <vt:lpstr>01</vt:lpstr>
      <vt:lpstr>Commercialization</vt:lpstr>
      <vt:lpstr>Commercialization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Mubasher Ahmed</cp:lastModifiedBy>
  <cp:revision>7</cp:revision>
  <dcterms:modified xsi:type="dcterms:W3CDTF">2025-01-28T14:23:54Z</dcterms:modified>
</cp:coreProperties>
</file>